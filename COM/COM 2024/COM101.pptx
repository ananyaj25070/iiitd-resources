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Poiret One"/>
      <p:regular r:id="rId11"/>
    </p:embeddedFont>
    <p:embeddedFont>
      <p:font typeface="Oxygen Light"/>
      <p:regular r:id="rId12"/>
      <p:bold r:id="rId13"/>
    </p:embeddedFont>
    <p:embeddedFont>
      <p:font typeface="Oxygen"/>
      <p:regular r:id="rId14"/>
      <p:bold r:id="rId15"/>
    </p:embeddedFont>
    <p:embeddedFont>
      <p:font typeface="Roboto"/>
      <p:regular r:id="rId16"/>
      <p:bold r:id="rId17"/>
      <p:italic r:id="rId18"/>
      <p:boldItalic r:id="rId19"/>
    </p:embeddedFont>
    <p:embeddedFont>
      <p:font typeface="Anaheim"/>
      <p:regular r:id="rId20"/>
      <p:bold r:id="rId21"/>
    </p:embeddedFont>
    <p:embeddedFont>
      <p:font typeface="Bebas Neu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Anaheim-regular.fntdata"/><Relationship Id="rId22" Type="http://schemas.openxmlformats.org/officeDocument/2006/relationships/font" Target="fonts/BebasNeue-regular.fntdata"/><Relationship Id="rId21" Type="http://schemas.openxmlformats.org/officeDocument/2006/relationships/font" Target="fonts/Anahei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font" Target="fonts/PoiretOne-regular.fntdata"/><Relationship Id="rId10" Type="http://schemas.openxmlformats.org/officeDocument/2006/relationships/slide" Target="slides/slide6.xml"/><Relationship Id="rId13" Type="http://schemas.openxmlformats.org/officeDocument/2006/relationships/font" Target="fonts/OxygenLight-bold.fntdata"/><Relationship Id="rId12" Type="http://schemas.openxmlformats.org/officeDocument/2006/relationships/font" Target="fonts/OxygenLight-regular.fntdata"/><Relationship Id="rId15" Type="http://schemas.openxmlformats.org/officeDocument/2006/relationships/font" Target="fonts/Oxygen-bold.fntdata"/><Relationship Id="rId14" Type="http://schemas.openxmlformats.org/officeDocument/2006/relationships/font" Target="fonts/Oxygen-regular.fntdata"/><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a25f85ca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a25f85ca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ac439249f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ac439249f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40fe044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d40fe044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40fe0441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40fe0441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d40fe0441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d40fe0441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d40fe0441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d40fe0441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hyperlink" Target="https://slidesgo.com/" TargetMode="External"/><Relationship Id="rId4" Type="http://schemas.openxmlformats.org/officeDocument/2006/relationships/hyperlink" Target="https://www.flaticon.com/" TargetMode="External"/><Relationship Id="rId5" Type="http://schemas.openxmlformats.org/officeDocument/2006/relationships/hyperlink" Target="https://www.freepik.com/" TargetMode="External"/><Relationship Id="rId6" Type="http://schemas.openxmlformats.org/officeDocument/2006/relationships/hyperlink" Target="https://www.freepik.com/"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3999" cy="5144006"/>
          </a:xfrm>
          <a:prstGeom prst="rect">
            <a:avLst/>
          </a:prstGeom>
          <a:noFill/>
          <a:ln>
            <a:noFill/>
          </a:ln>
        </p:spPr>
      </p:pic>
      <p:sp>
        <p:nvSpPr>
          <p:cNvPr id="10" name="Google Shape;10;p2"/>
          <p:cNvSpPr txBox="1"/>
          <p:nvPr>
            <p:ph type="ctrTitle"/>
          </p:nvPr>
        </p:nvSpPr>
        <p:spPr>
          <a:xfrm>
            <a:off x="4149000" y="970200"/>
            <a:ext cx="3852000" cy="24105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b="1" sz="4400">
                <a:latin typeface="Poiret One"/>
                <a:ea typeface="Poiret One"/>
                <a:cs typeface="Poiret One"/>
                <a:sym typeface="Poiret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4149000" y="3380700"/>
            <a:ext cx="3852000" cy="792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800"/>
              <a:buNone/>
              <a:defRPr>
                <a:latin typeface="Oxygen"/>
                <a:ea typeface="Oxygen"/>
                <a:cs typeface="Oxygen"/>
                <a:sym typeface="Oxygen"/>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484"/>
          </a:xfrm>
          <a:prstGeom prst="rect">
            <a:avLst/>
          </a:prstGeom>
          <a:noFill/>
          <a:ln>
            <a:noFill/>
          </a:ln>
        </p:spPr>
      </p:pic>
      <p:sp>
        <p:nvSpPr>
          <p:cNvPr id="14" name="Google Shape;14;p3"/>
          <p:cNvSpPr txBox="1"/>
          <p:nvPr>
            <p:ph type="title"/>
          </p:nvPr>
        </p:nvSpPr>
        <p:spPr>
          <a:xfrm>
            <a:off x="5139007" y="2342625"/>
            <a:ext cx="3285000" cy="8418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b="1"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5138900" y="1106175"/>
            <a:ext cx="3285000" cy="1265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000"/>
              <a:buNone/>
              <a:defRPr b="1"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5139001" y="3323950"/>
            <a:ext cx="3285000" cy="713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 name="Google Shape;1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Oxygen"/>
              <a:buChar char="●"/>
              <a:defRPr sz="1400">
                <a:latin typeface="Oxygen"/>
                <a:ea typeface="Oxygen"/>
                <a:cs typeface="Oxygen"/>
                <a:sym typeface="Oxygen"/>
              </a:defRPr>
            </a:lvl1pPr>
            <a:lvl2pPr indent="-317500" lvl="1" marL="914400" rtl="0">
              <a:lnSpc>
                <a:spcPct val="115000"/>
              </a:lnSpc>
              <a:spcBef>
                <a:spcPts val="1600"/>
              </a:spcBef>
              <a:spcAft>
                <a:spcPts val="0"/>
              </a:spcAft>
              <a:buSzPts val="1400"/>
              <a:buFont typeface="Oxygen"/>
              <a:buChar char="○"/>
              <a:defRPr>
                <a:latin typeface="Oxygen"/>
                <a:ea typeface="Oxygen"/>
                <a:cs typeface="Oxygen"/>
                <a:sym typeface="Oxygen"/>
              </a:defRPr>
            </a:lvl2pPr>
            <a:lvl3pPr indent="-317500" lvl="2" marL="1371600" rtl="0">
              <a:lnSpc>
                <a:spcPct val="115000"/>
              </a:lnSpc>
              <a:spcBef>
                <a:spcPts val="1600"/>
              </a:spcBef>
              <a:spcAft>
                <a:spcPts val="0"/>
              </a:spcAft>
              <a:buSzPts val="1400"/>
              <a:buFont typeface="Oxygen"/>
              <a:buChar char="■"/>
              <a:defRPr>
                <a:latin typeface="Oxygen"/>
                <a:ea typeface="Oxygen"/>
                <a:cs typeface="Oxygen"/>
                <a:sym typeface="Oxygen"/>
              </a:defRPr>
            </a:lvl3pPr>
            <a:lvl4pPr indent="-317500" lvl="3" marL="1828800" rtl="0">
              <a:lnSpc>
                <a:spcPct val="115000"/>
              </a:lnSpc>
              <a:spcBef>
                <a:spcPts val="1600"/>
              </a:spcBef>
              <a:spcAft>
                <a:spcPts val="0"/>
              </a:spcAft>
              <a:buSzPts val="1400"/>
              <a:buFont typeface="Oxygen"/>
              <a:buChar char="●"/>
              <a:defRPr>
                <a:latin typeface="Oxygen"/>
                <a:ea typeface="Oxygen"/>
                <a:cs typeface="Oxygen"/>
                <a:sym typeface="Oxygen"/>
              </a:defRPr>
            </a:lvl4pPr>
            <a:lvl5pPr indent="-317500" lvl="4" marL="2286000" rtl="0">
              <a:lnSpc>
                <a:spcPct val="115000"/>
              </a:lnSpc>
              <a:spcBef>
                <a:spcPts val="1600"/>
              </a:spcBef>
              <a:spcAft>
                <a:spcPts val="0"/>
              </a:spcAft>
              <a:buSzPts val="1400"/>
              <a:buFont typeface="Oxygen"/>
              <a:buChar char="○"/>
              <a:defRPr>
                <a:latin typeface="Oxygen"/>
                <a:ea typeface="Oxygen"/>
                <a:cs typeface="Oxygen"/>
                <a:sym typeface="Oxygen"/>
              </a:defRPr>
            </a:lvl5pPr>
            <a:lvl6pPr indent="-317500" lvl="5" marL="2743200" rtl="0">
              <a:lnSpc>
                <a:spcPct val="115000"/>
              </a:lnSpc>
              <a:spcBef>
                <a:spcPts val="1600"/>
              </a:spcBef>
              <a:spcAft>
                <a:spcPts val="0"/>
              </a:spcAft>
              <a:buSzPts val="1400"/>
              <a:buFont typeface="Oxygen"/>
              <a:buChar char="■"/>
              <a:defRPr>
                <a:latin typeface="Oxygen"/>
                <a:ea typeface="Oxygen"/>
                <a:cs typeface="Oxygen"/>
                <a:sym typeface="Oxygen"/>
              </a:defRPr>
            </a:lvl6pPr>
            <a:lvl7pPr indent="-317500" lvl="6" marL="3200400" rtl="0">
              <a:lnSpc>
                <a:spcPct val="115000"/>
              </a:lnSpc>
              <a:spcBef>
                <a:spcPts val="1600"/>
              </a:spcBef>
              <a:spcAft>
                <a:spcPts val="0"/>
              </a:spcAft>
              <a:buSzPts val="1400"/>
              <a:buFont typeface="Oxygen"/>
              <a:buChar char="●"/>
              <a:defRPr>
                <a:latin typeface="Oxygen"/>
                <a:ea typeface="Oxygen"/>
                <a:cs typeface="Oxygen"/>
                <a:sym typeface="Oxygen"/>
              </a:defRPr>
            </a:lvl7pPr>
            <a:lvl8pPr indent="-317500" lvl="7" marL="3657600" rtl="0">
              <a:lnSpc>
                <a:spcPct val="115000"/>
              </a:lnSpc>
              <a:spcBef>
                <a:spcPts val="1600"/>
              </a:spcBef>
              <a:spcAft>
                <a:spcPts val="0"/>
              </a:spcAft>
              <a:buSzPts val="1400"/>
              <a:buFont typeface="Oxygen"/>
              <a:buChar char="○"/>
              <a:defRPr>
                <a:latin typeface="Oxygen"/>
                <a:ea typeface="Oxygen"/>
                <a:cs typeface="Oxygen"/>
                <a:sym typeface="Oxygen"/>
              </a:defRPr>
            </a:lvl8pPr>
            <a:lvl9pPr indent="-317500" lvl="8" marL="4114800" rtl="0">
              <a:lnSpc>
                <a:spcPct val="115000"/>
              </a:lnSpc>
              <a:spcBef>
                <a:spcPts val="1600"/>
              </a:spcBef>
              <a:spcAft>
                <a:spcPts val="1600"/>
              </a:spcAft>
              <a:buSzPts val="1400"/>
              <a:buFont typeface="Oxygen"/>
              <a:buChar char="■"/>
              <a:defRPr>
                <a:latin typeface="Oxygen"/>
                <a:ea typeface="Oxygen"/>
                <a:cs typeface="Oxygen"/>
                <a:sym typeface="Oxyge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p:nvPr>
            <p:ph idx="1" type="subTitle"/>
          </p:nvPr>
        </p:nvSpPr>
        <p:spPr>
          <a:xfrm>
            <a:off x="703800" y="2491350"/>
            <a:ext cx="3494100" cy="713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Bebas Neue"/>
              <a:buNone/>
              <a:defRPr b="1" sz="2000">
                <a:solidFill>
                  <a:schemeClr val="dk1"/>
                </a:solidFill>
                <a:latin typeface="Poiret One"/>
                <a:ea typeface="Poiret One"/>
                <a:cs typeface="Poiret One"/>
                <a:sym typeface="Poiret One"/>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24" name="Google Shape;24;p5"/>
          <p:cNvSpPr txBox="1"/>
          <p:nvPr>
            <p:ph idx="2" type="subTitle"/>
          </p:nvPr>
        </p:nvSpPr>
        <p:spPr>
          <a:xfrm>
            <a:off x="4913600" y="2491350"/>
            <a:ext cx="35103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b="1" sz="2000">
                <a:solidFill>
                  <a:schemeClr val="dk1"/>
                </a:solidFill>
                <a:latin typeface="Poiret One"/>
                <a:ea typeface="Poiret One"/>
                <a:cs typeface="Poiret One"/>
                <a:sym typeface="Poiret One"/>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25" name="Google Shape;25;p5"/>
          <p:cNvSpPr txBox="1"/>
          <p:nvPr>
            <p:ph idx="3" type="subTitle"/>
          </p:nvPr>
        </p:nvSpPr>
        <p:spPr>
          <a:xfrm>
            <a:off x="703800" y="3001175"/>
            <a:ext cx="3494100" cy="9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 name="Google Shape;26;p5"/>
          <p:cNvSpPr txBox="1"/>
          <p:nvPr>
            <p:ph idx="4" type="subTitle"/>
          </p:nvPr>
        </p:nvSpPr>
        <p:spPr>
          <a:xfrm>
            <a:off x="4913600" y="3001175"/>
            <a:ext cx="3510300" cy="9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7" name="Google Shape;2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0" y="0"/>
            <a:ext cx="9144010" cy="5143500"/>
          </a:xfrm>
          <a:prstGeom prst="rect">
            <a:avLst/>
          </a:prstGeom>
          <a:noFill/>
          <a:ln>
            <a:noFill/>
          </a:ln>
        </p:spPr>
      </p:pic>
      <p:sp>
        <p:nvSpPr>
          <p:cNvPr id="30" name="Google Shape;3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pic>
        <p:nvPicPr>
          <p:cNvPr id="32" name="Google Shape;32;p7"/>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33" name="Google Shape;33;p7"/>
          <p:cNvSpPr txBox="1"/>
          <p:nvPr>
            <p:ph type="title"/>
          </p:nvPr>
        </p:nvSpPr>
        <p:spPr>
          <a:xfrm>
            <a:off x="2433000" y="1371169"/>
            <a:ext cx="4278000" cy="86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4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7"/>
          <p:cNvSpPr txBox="1"/>
          <p:nvPr>
            <p:ph idx="1" type="subTitle"/>
          </p:nvPr>
        </p:nvSpPr>
        <p:spPr>
          <a:xfrm>
            <a:off x="2433000" y="2441425"/>
            <a:ext cx="4278000" cy="126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pic>
        <p:nvPicPr>
          <p:cNvPr id="36" name="Google Shape;36;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 name="Google Shape;37;p8"/>
          <p:cNvSpPr txBox="1"/>
          <p:nvPr>
            <p:ph type="title"/>
          </p:nvPr>
        </p:nvSpPr>
        <p:spPr>
          <a:xfrm>
            <a:off x="1388100" y="1693050"/>
            <a:ext cx="6367800" cy="17574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b="1"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pic>
        <p:nvPicPr>
          <p:cNvPr id="39" name="Google Shape;39;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40" name="Google Shape;40;p9"/>
          <p:cNvSpPr txBox="1"/>
          <p:nvPr>
            <p:ph type="title"/>
          </p:nvPr>
        </p:nvSpPr>
        <p:spPr>
          <a:xfrm>
            <a:off x="2433000" y="1330038"/>
            <a:ext cx="4278000" cy="1611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8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9"/>
          <p:cNvSpPr txBox="1"/>
          <p:nvPr>
            <p:ph idx="1" type="subTitle"/>
          </p:nvPr>
        </p:nvSpPr>
        <p:spPr>
          <a:xfrm>
            <a:off x="2775600" y="3100075"/>
            <a:ext cx="35928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pic>
        <p:nvPicPr>
          <p:cNvPr id="43" name="Google Shape;43;p10"/>
          <p:cNvPicPr preferRelativeResize="0"/>
          <p:nvPr/>
        </p:nvPicPr>
        <p:blipFill rotWithShape="1">
          <a:blip r:embed="rId2">
            <a:alphaModFix/>
          </a:blip>
          <a:srcRect b="10" l="56623" r="0" t="0"/>
          <a:stretch/>
        </p:blipFill>
        <p:spPr>
          <a:xfrm>
            <a:off x="5177825" y="0"/>
            <a:ext cx="3966179" cy="5143502"/>
          </a:xfrm>
          <a:prstGeom prst="rect">
            <a:avLst/>
          </a:prstGeom>
          <a:noFill/>
          <a:ln>
            <a:noFill/>
          </a:ln>
        </p:spPr>
      </p:pic>
      <p:sp>
        <p:nvSpPr>
          <p:cNvPr id="44" name="Google Shape;44;p10"/>
          <p:cNvSpPr txBox="1"/>
          <p:nvPr>
            <p:ph type="title"/>
          </p:nvPr>
        </p:nvSpPr>
        <p:spPr>
          <a:xfrm>
            <a:off x="4781550" y="1416450"/>
            <a:ext cx="3642600" cy="1860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b="1"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 name="Google Shape;45;p10"/>
          <p:cNvSpPr txBox="1"/>
          <p:nvPr>
            <p:ph idx="1" type="subTitle"/>
          </p:nvPr>
        </p:nvSpPr>
        <p:spPr>
          <a:xfrm>
            <a:off x="5452800" y="3276450"/>
            <a:ext cx="2971200" cy="1031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800"/>
              <a:buNone/>
              <a:defRPr sz="1600">
                <a:latin typeface="Oxygen"/>
                <a:ea typeface="Oxygen"/>
                <a:cs typeface="Oxygen"/>
                <a:sym typeface="Oxygen"/>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pic>
        <p:nvPicPr>
          <p:cNvPr id="47" name="Google Shape;47;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8" name="Google Shape;48;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9" name="Google Shape;49;p11"/>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atin typeface="Oxygen"/>
                <a:ea typeface="Oxygen"/>
                <a:cs typeface="Oxygen"/>
                <a:sym typeface="Oxygen"/>
              </a:defRPr>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0"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1" name="Shape 51"/>
        <p:cNvGrpSpPr/>
        <p:nvPr/>
      </p:nvGrpSpPr>
      <p:grpSpPr>
        <a:xfrm>
          <a:off x="0" y="0"/>
          <a:ext cx="0" cy="0"/>
          <a:chOff x="0" y="0"/>
          <a:chExt cx="0" cy="0"/>
        </a:xfrm>
      </p:grpSpPr>
      <p:pic>
        <p:nvPicPr>
          <p:cNvPr id="52" name="Google Shape;52;p13"/>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3"/>
          <p:cNvSpPr txBox="1"/>
          <p:nvPr>
            <p:ph type="title"/>
          </p:nvPr>
        </p:nvSpPr>
        <p:spPr>
          <a:xfrm>
            <a:off x="720000" y="28044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4" name="Google Shape;54;p13"/>
          <p:cNvSpPr txBox="1"/>
          <p:nvPr>
            <p:ph hasCustomPrompt="1" idx="2" type="title"/>
          </p:nvPr>
        </p:nvSpPr>
        <p:spPr>
          <a:xfrm>
            <a:off x="720000" y="1589526"/>
            <a:ext cx="23364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p:nvPr>
            <p:ph idx="1" type="subTitle"/>
          </p:nvPr>
        </p:nvSpPr>
        <p:spPr>
          <a:xfrm>
            <a:off x="720000" y="3177110"/>
            <a:ext cx="2336400" cy="87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56" name="Google Shape;56;p13"/>
          <p:cNvSpPr txBox="1"/>
          <p:nvPr>
            <p:ph idx="3" type="title"/>
          </p:nvPr>
        </p:nvSpPr>
        <p:spPr>
          <a:xfrm>
            <a:off x="3403800" y="28044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7" name="Google Shape;57;p13"/>
          <p:cNvSpPr txBox="1"/>
          <p:nvPr>
            <p:ph hasCustomPrompt="1" idx="4" type="title"/>
          </p:nvPr>
        </p:nvSpPr>
        <p:spPr>
          <a:xfrm>
            <a:off x="3403800" y="1589526"/>
            <a:ext cx="23364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p:nvPr>
            <p:ph idx="5" type="subTitle"/>
          </p:nvPr>
        </p:nvSpPr>
        <p:spPr>
          <a:xfrm>
            <a:off x="3403800" y="3177110"/>
            <a:ext cx="2336400" cy="87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59" name="Google Shape;59;p13"/>
          <p:cNvSpPr txBox="1"/>
          <p:nvPr>
            <p:ph idx="6" type="title"/>
          </p:nvPr>
        </p:nvSpPr>
        <p:spPr>
          <a:xfrm>
            <a:off x="6087600" y="28044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0" name="Google Shape;60;p13"/>
          <p:cNvSpPr txBox="1"/>
          <p:nvPr>
            <p:ph hasCustomPrompt="1" idx="7" type="title"/>
          </p:nvPr>
        </p:nvSpPr>
        <p:spPr>
          <a:xfrm>
            <a:off x="6087600" y="1589526"/>
            <a:ext cx="23364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idx="8" type="subTitle"/>
          </p:nvPr>
        </p:nvSpPr>
        <p:spPr>
          <a:xfrm>
            <a:off x="6087600" y="3177110"/>
            <a:ext cx="2336400" cy="87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2" name="Google Shape;62;p13"/>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
    <p:spTree>
      <p:nvGrpSpPr>
        <p:cNvPr id="63" name="Shape 63"/>
        <p:cNvGrpSpPr/>
        <p:nvPr/>
      </p:nvGrpSpPr>
      <p:grpSpPr>
        <a:xfrm>
          <a:off x="0" y="0"/>
          <a:ext cx="0" cy="0"/>
          <a:chOff x="0" y="0"/>
          <a:chExt cx="0" cy="0"/>
        </a:xfrm>
      </p:grpSpPr>
      <p:pic>
        <p:nvPicPr>
          <p:cNvPr id="64" name="Google Shape;64;p14"/>
          <p:cNvPicPr preferRelativeResize="0"/>
          <p:nvPr/>
        </p:nvPicPr>
        <p:blipFill rotWithShape="1">
          <a:blip r:embed="rId2">
            <a:alphaModFix/>
          </a:blip>
          <a:srcRect b="0" l="0" r="0" t="0"/>
          <a:stretch/>
        </p:blipFill>
        <p:spPr>
          <a:xfrm>
            <a:off x="0" y="0"/>
            <a:ext cx="9144000" cy="5143489"/>
          </a:xfrm>
          <a:prstGeom prst="rect">
            <a:avLst/>
          </a:prstGeom>
          <a:noFill/>
          <a:ln>
            <a:noFill/>
          </a:ln>
        </p:spPr>
      </p:pic>
      <p:sp>
        <p:nvSpPr>
          <p:cNvPr id="65" name="Google Shape;65;p14"/>
          <p:cNvSpPr txBox="1"/>
          <p:nvPr>
            <p:ph type="title"/>
          </p:nvPr>
        </p:nvSpPr>
        <p:spPr>
          <a:xfrm>
            <a:off x="720000" y="685600"/>
            <a:ext cx="4211100" cy="3405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1" sz="4100">
                <a:solidFill>
                  <a:schemeClr val="lt1"/>
                </a:solidFill>
              </a:defRPr>
            </a:lvl1pPr>
            <a:lvl2pPr lvl="1">
              <a:spcBef>
                <a:spcPts val="0"/>
              </a:spcBef>
              <a:spcAft>
                <a:spcPts val="0"/>
              </a:spcAft>
              <a:buSzPts val="2800"/>
              <a:buNone/>
              <a:defRPr>
                <a:latin typeface="Anaheim"/>
                <a:ea typeface="Anaheim"/>
                <a:cs typeface="Anaheim"/>
                <a:sym typeface="Anaheim"/>
              </a:defRPr>
            </a:lvl2pPr>
            <a:lvl3pPr lvl="2">
              <a:spcBef>
                <a:spcPts val="0"/>
              </a:spcBef>
              <a:spcAft>
                <a:spcPts val="0"/>
              </a:spcAft>
              <a:buSzPts val="2800"/>
              <a:buNone/>
              <a:defRPr>
                <a:latin typeface="Anaheim"/>
                <a:ea typeface="Anaheim"/>
                <a:cs typeface="Anaheim"/>
                <a:sym typeface="Anaheim"/>
              </a:defRPr>
            </a:lvl3pPr>
            <a:lvl4pPr lvl="3">
              <a:spcBef>
                <a:spcPts val="0"/>
              </a:spcBef>
              <a:spcAft>
                <a:spcPts val="0"/>
              </a:spcAft>
              <a:buSzPts val="2800"/>
              <a:buNone/>
              <a:defRPr>
                <a:latin typeface="Anaheim"/>
                <a:ea typeface="Anaheim"/>
                <a:cs typeface="Anaheim"/>
                <a:sym typeface="Anaheim"/>
              </a:defRPr>
            </a:lvl4pPr>
            <a:lvl5pPr lvl="4">
              <a:spcBef>
                <a:spcPts val="0"/>
              </a:spcBef>
              <a:spcAft>
                <a:spcPts val="0"/>
              </a:spcAft>
              <a:buSzPts val="2800"/>
              <a:buNone/>
              <a:defRPr>
                <a:latin typeface="Anaheim"/>
                <a:ea typeface="Anaheim"/>
                <a:cs typeface="Anaheim"/>
                <a:sym typeface="Anaheim"/>
              </a:defRPr>
            </a:lvl5pPr>
            <a:lvl6pPr lvl="5">
              <a:spcBef>
                <a:spcPts val="0"/>
              </a:spcBef>
              <a:spcAft>
                <a:spcPts val="0"/>
              </a:spcAft>
              <a:buSzPts val="2800"/>
              <a:buNone/>
              <a:defRPr>
                <a:latin typeface="Anaheim"/>
                <a:ea typeface="Anaheim"/>
                <a:cs typeface="Anaheim"/>
                <a:sym typeface="Anaheim"/>
              </a:defRPr>
            </a:lvl6pPr>
            <a:lvl7pPr lvl="6">
              <a:spcBef>
                <a:spcPts val="0"/>
              </a:spcBef>
              <a:spcAft>
                <a:spcPts val="0"/>
              </a:spcAft>
              <a:buSzPts val="2800"/>
              <a:buNone/>
              <a:defRPr>
                <a:latin typeface="Anaheim"/>
                <a:ea typeface="Anaheim"/>
                <a:cs typeface="Anaheim"/>
                <a:sym typeface="Anaheim"/>
              </a:defRPr>
            </a:lvl7pPr>
            <a:lvl8pPr lvl="7">
              <a:spcBef>
                <a:spcPts val="0"/>
              </a:spcBef>
              <a:spcAft>
                <a:spcPts val="0"/>
              </a:spcAft>
              <a:buSzPts val="2800"/>
              <a:buNone/>
              <a:defRPr>
                <a:latin typeface="Anaheim"/>
                <a:ea typeface="Anaheim"/>
                <a:cs typeface="Anaheim"/>
                <a:sym typeface="Anaheim"/>
              </a:defRPr>
            </a:lvl8pPr>
            <a:lvl9pPr lvl="8">
              <a:spcBef>
                <a:spcPts val="0"/>
              </a:spcBef>
              <a:spcAft>
                <a:spcPts val="0"/>
              </a:spcAft>
              <a:buSzPts val="2800"/>
              <a:buNone/>
              <a:defRPr>
                <a:latin typeface="Anaheim"/>
                <a:ea typeface="Anaheim"/>
                <a:cs typeface="Anaheim"/>
                <a:sym typeface="Anahei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6" name="Shape 66"/>
        <p:cNvGrpSpPr/>
        <p:nvPr/>
      </p:nvGrpSpPr>
      <p:grpSpPr>
        <a:xfrm>
          <a:off x="0" y="0"/>
          <a:ext cx="0" cy="0"/>
          <a:chOff x="0" y="0"/>
          <a:chExt cx="0" cy="0"/>
        </a:xfrm>
      </p:grpSpPr>
      <p:pic>
        <p:nvPicPr>
          <p:cNvPr id="67" name="Google Shape;67;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68" name="Google Shape;68;p15"/>
          <p:cNvSpPr txBox="1"/>
          <p:nvPr>
            <p:ph idx="1" type="subTitle"/>
          </p:nvPr>
        </p:nvSpPr>
        <p:spPr>
          <a:xfrm>
            <a:off x="720000" y="1452575"/>
            <a:ext cx="4461600" cy="284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Font typeface="Maven Pro"/>
              <a:buChar char="●"/>
              <a:defRPr sz="1600">
                <a:latin typeface="Oxygen"/>
                <a:ea typeface="Oxygen"/>
                <a:cs typeface="Oxygen"/>
                <a:sym typeface="Oxygen"/>
              </a:defRPr>
            </a:lvl1pPr>
            <a:lvl2pPr lvl="1">
              <a:spcBef>
                <a:spcPts val="1600"/>
              </a:spcBef>
              <a:spcAft>
                <a:spcPts val="0"/>
              </a:spcAft>
              <a:buClr>
                <a:srgbClr val="024427"/>
              </a:buClr>
              <a:buSzPts val="1400"/>
              <a:buFont typeface="Maven Pro"/>
              <a:buChar char="○"/>
              <a:defRPr/>
            </a:lvl2pPr>
            <a:lvl3pPr lvl="2">
              <a:spcBef>
                <a:spcPts val="1600"/>
              </a:spcBef>
              <a:spcAft>
                <a:spcPts val="0"/>
              </a:spcAft>
              <a:buClr>
                <a:srgbClr val="024427"/>
              </a:buClr>
              <a:buSzPts val="1400"/>
              <a:buFont typeface="Maven Pro"/>
              <a:buChar char="■"/>
              <a:defRPr/>
            </a:lvl3pPr>
            <a:lvl4pPr lvl="3">
              <a:spcBef>
                <a:spcPts val="1600"/>
              </a:spcBef>
              <a:spcAft>
                <a:spcPts val="0"/>
              </a:spcAft>
              <a:buClr>
                <a:srgbClr val="024427"/>
              </a:buClr>
              <a:buSzPts val="1400"/>
              <a:buFont typeface="Maven Pro"/>
              <a:buChar char="●"/>
              <a:defRPr/>
            </a:lvl4pPr>
            <a:lvl5pPr lvl="4">
              <a:spcBef>
                <a:spcPts val="1600"/>
              </a:spcBef>
              <a:spcAft>
                <a:spcPts val="0"/>
              </a:spcAft>
              <a:buClr>
                <a:srgbClr val="024427"/>
              </a:buClr>
              <a:buSzPts val="1400"/>
              <a:buFont typeface="Maven Pro"/>
              <a:buChar char="○"/>
              <a:defRPr/>
            </a:lvl5pPr>
            <a:lvl6pPr lvl="5">
              <a:spcBef>
                <a:spcPts val="1600"/>
              </a:spcBef>
              <a:spcAft>
                <a:spcPts val="0"/>
              </a:spcAft>
              <a:buClr>
                <a:srgbClr val="024427"/>
              </a:buClr>
              <a:buSzPts val="1400"/>
              <a:buFont typeface="Maven Pro"/>
              <a:buChar char="■"/>
              <a:defRPr/>
            </a:lvl6pPr>
            <a:lvl7pPr lvl="6">
              <a:spcBef>
                <a:spcPts val="1600"/>
              </a:spcBef>
              <a:spcAft>
                <a:spcPts val="0"/>
              </a:spcAft>
              <a:buClr>
                <a:srgbClr val="024427"/>
              </a:buClr>
              <a:buSzPts val="1400"/>
              <a:buFont typeface="Maven Pro"/>
              <a:buChar char="●"/>
              <a:defRPr/>
            </a:lvl7pPr>
            <a:lvl8pPr lvl="7">
              <a:spcBef>
                <a:spcPts val="1600"/>
              </a:spcBef>
              <a:spcAft>
                <a:spcPts val="0"/>
              </a:spcAft>
              <a:buClr>
                <a:srgbClr val="024427"/>
              </a:buClr>
              <a:buSzPts val="1400"/>
              <a:buFont typeface="Maven Pro"/>
              <a:buChar char="○"/>
              <a:defRPr/>
            </a:lvl8pPr>
            <a:lvl9pPr lvl="8">
              <a:spcBef>
                <a:spcPts val="1600"/>
              </a:spcBef>
              <a:spcAft>
                <a:spcPts val="1600"/>
              </a:spcAft>
              <a:buClr>
                <a:srgbClr val="024427"/>
              </a:buClr>
              <a:buSzPts val="1400"/>
              <a:buFont typeface="Maven Pro"/>
              <a:buChar char="■"/>
              <a:defRPr/>
            </a:lvl9pPr>
          </a:lstStyle>
          <a:p/>
        </p:txBody>
      </p:sp>
      <p:sp>
        <p:nvSpPr>
          <p:cNvPr id="69" name="Google Shape;6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0" name="Shape 70"/>
        <p:cNvGrpSpPr/>
        <p:nvPr/>
      </p:nvGrpSpPr>
      <p:grpSpPr>
        <a:xfrm>
          <a:off x="0" y="0"/>
          <a:ext cx="0" cy="0"/>
          <a:chOff x="0" y="0"/>
          <a:chExt cx="0" cy="0"/>
        </a:xfrm>
      </p:grpSpPr>
      <p:pic>
        <p:nvPicPr>
          <p:cNvPr id="71" name="Google Shape;71;p16"/>
          <p:cNvPicPr preferRelativeResize="0"/>
          <p:nvPr/>
        </p:nvPicPr>
        <p:blipFill>
          <a:blip r:embed="rId2">
            <a:alphaModFix/>
          </a:blip>
          <a:stretch>
            <a:fillRect/>
          </a:stretch>
        </p:blipFill>
        <p:spPr>
          <a:xfrm>
            <a:off x="0" y="0"/>
            <a:ext cx="9144000" cy="5143505"/>
          </a:xfrm>
          <a:prstGeom prst="rect">
            <a:avLst/>
          </a:prstGeom>
          <a:noFill/>
          <a:ln>
            <a:noFill/>
          </a:ln>
        </p:spPr>
      </p:pic>
      <p:sp>
        <p:nvSpPr>
          <p:cNvPr id="72" name="Google Shape;72;p16"/>
          <p:cNvSpPr txBox="1"/>
          <p:nvPr>
            <p:ph type="title"/>
          </p:nvPr>
        </p:nvSpPr>
        <p:spPr>
          <a:xfrm>
            <a:off x="2290025" y="3353475"/>
            <a:ext cx="45639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3" name="Google Shape;73;p16"/>
          <p:cNvSpPr txBox="1"/>
          <p:nvPr>
            <p:ph idx="1" type="subTitle"/>
          </p:nvPr>
        </p:nvSpPr>
        <p:spPr>
          <a:xfrm>
            <a:off x="1454700" y="2052475"/>
            <a:ext cx="6234600" cy="124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25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8">
    <p:spTree>
      <p:nvGrpSpPr>
        <p:cNvPr id="74" name="Shape 74"/>
        <p:cNvGrpSpPr/>
        <p:nvPr/>
      </p:nvGrpSpPr>
      <p:grpSpPr>
        <a:xfrm>
          <a:off x="0" y="0"/>
          <a:ext cx="0" cy="0"/>
          <a:chOff x="0" y="0"/>
          <a:chExt cx="0" cy="0"/>
        </a:xfrm>
      </p:grpSpPr>
      <p:pic>
        <p:nvPicPr>
          <p:cNvPr id="75" name="Google Shape;75;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76" name="Google Shape;76;p17"/>
          <p:cNvSpPr txBox="1"/>
          <p:nvPr>
            <p:ph idx="1" type="subTitle"/>
          </p:nvPr>
        </p:nvSpPr>
        <p:spPr>
          <a:xfrm>
            <a:off x="1057950" y="3689600"/>
            <a:ext cx="2785800" cy="91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 name="Google Shape;77;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7"/>
          <p:cNvSpPr txBox="1"/>
          <p:nvPr>
            <p:ph idx="2" type="subTitle"/>
          </p:nvPr>
        </p:nvSpPr>
        <p:spPr>
          <a:xfrm>
            <a:off x="5275850" y="3689600"/>
            <a:ext cx="2785800" cy="91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 name="Google Shape;79;p17"/>
          <p:cNvSpPr txBox="1"/>
          <p:nvPr>
            <p:ph idx="3" type="subTitle"/>
          </p:nvPr>
        </p:nvSpPr>
        <p:spPr>
          <a:xfrm>
            <a:off x="1057800" y="3128600"/>
            <a:ext cx="2785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b="1" sz="2000">
                <a:solidFill>
                  <a:schemeClr val="dk1"/>
                </a:solidFill>
                <a:latin typeface="Poiret One"/>
                <a:ea typeface="Poiret One"/>
                <a:cs typeface="Poiret One"/>
                <a:sym typeface="Poiret One"/>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80" name="Google Shape;80;p17"/>
          <p:cNvSpPr txBox="1"/>
          <p:nvPr>
            <p:ph idx="4" type="subTitle"/>
          </p:nvPr>
        </p:nvSpPr>
        <p:spPr>
          <a:xfrm>
            <a:off x="5275850" y="3128600"/>
            <a:ext cx="2785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b="1" sz="2000">
                <a:solidFill>
                  <a:schemeClr val="dk1"/>
                </a:solidFill>
                <a:latin typeface="Poiret One"/>
                <a:ea typeface="Poiret One"/>
                <a:cs typeface="Poiret One"/>
                <a:sym typeface="Poiret One"/>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1" name="Shape 81"/>
        <p:cNvGrpSpPr/>
        <p:nvPr/>
      </p:nvGrpSpPr>
      <p:grpSpPr>
        <a:xfrm>
          <a:off x="0" y="0"/>
          <a:ext cx="0" cy="0"/>
          <a:chOff x="0" y="0"/>
          <a:chExt cx="0" cy="0"/>
        </a:xfrm>
      </p:grpSpPr>
      <p:pic>
        <p:nvPicPr>
          <p:cNvPr id="82" name="Google Shape;82;p18"/>
          <p:cNvPicPr preferRelativeResize="0"/>
          <p:nvPr/>
        </p:nvPicPr>
        <p:blipFill>
          <a:blip r:embed="rId2">
            <a:alphaModFix/>
          </a:blip>
          <a:stretch>
            <a:fillRect/>
          </a:stretch>
        </p:blipFill>
        <p:spPr>
          <a:xfrm>
            <a:off x="0" y="0"/>
            <a:ext cx="9144000" cy="5143500"/>
          </a:xfrm>
          <a:prstGeom prst="rect">
            <a:avLst/>
          </a:prstGeom>
          <a:noFill/>
          <a:ln>
            <a:noFill/>
          </a:ln>
        </p:spPr>
      </p:pic>
      <p:sp>
        <p:nvSpPr>
          <p:cNvPr id="83" name="Google Shape;8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8"/>
          <p:cNvSpPr txBox="1"/>
          <p:nvPr>
            <p:ph idx="2" type="title"/>
          </p:nvPr>
        </p:nvSpPr>
        <p:spPr>
          <a:xfrm>
            <a:off x="720000" y="29485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5" name="Google Shape;85;p18"/>
          <p:cNvSpPr txBox="1"/>
          <p:nvPr>
            <p:ph idx="1" type="subTitle"/>
          </p:nvPr>
        </p:nvSpPr>
        <p:spPr>
          <a:xfrm>
            <a:off x="720000" y="3315275"/>
            <a:ext cx="2336400" cy="9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6" name="Google Shape;86;p18"/>
          <p:cNvSpPr txBox="1"/>
          <p:nvPr>
            <p:ph idx="3" type="title"/>
          </p:nvPr>
        </p:nvSpPr>
        <p:spPr>
          <a:xfrm>
            <a:off x="3403800" y="29485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7" name="Google Shape;87;p18"/>
          <p:cNvSpPr txBox="1"/>
          <p:nvPr>
            <p:ph idx="4" type="subTitle"/>
          </p:nvPr>
        </p:nvSpPr>
        <p:spPr>
          <a:xfrm>
            <a:off x="3403800" y="3315275"/>
            <a:ext cx="2336400" cy="9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8" name="Google Shape;88;p18"/>
          <p:cNvSpPr txBox="1"/>
          <p:nvPr>
            <p:ph idx="5" type="title"/>
          </p:nvPr>
        </p:nvSpPr>
        <p:spPr>
          <a:xfrm>
            <a:off x="6087600" y="29485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9" name="Google Shape;89;p18"/>
          <p:cNvSpPr txBox="1"/>
          <p:nvPr>
            <p:ph idx="6" type="subTitle"/>
          </p:nvPr>
        </p:nvSpPr>
        <p:spPr>
          <a:xfrm>
            <a:off x="6087600" y="3315275"/>
            <a:ext cx="2336400" cy="9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0" name="Shape 90"/>
        <p:cNvGrpSpPr/>
        <p:nvPr/>
      </p:nvGrpSpPr>
      <p:grpSpPr>
        <a:xfrm>
          <a:off x="0" y="0"/>
          <a:ext cx="0" cy="0"/>
          <a:chOff x="0" y="0"/>
          <a:chExt cx="0" cy="0"/>
        </a:xfrm>
      </p:grpSpPr>
      <p:pic>
        <p:nvPicPr>
          <p:cNvPr id="91" name="Google Shape;91;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92" name="Google Shape;9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3" name="Google Shape;93;p19"/>
          <p:cNvSpPr txBox="1"/>
          <p:nvPr>
            <p:ph idx="2" type="title"/>
          </p:nvPr>
        </p:nvSpPr>
        <p:spPr>
          <a:xfrm>
            <a:off x="1811453" y="1479425"/>
            <a:ext cx="2480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4" name="Google Shape;94;p19"/>
          <p:cNvSpPr txBox="1"/>
          <p:nvPr>
            <p:ph idx="1" type="subTitle"/>
          </p:nvPr>
        </p:nvSpPr>
        <p:spPr>
          <a:xfrm>
            <a:off x="1811453" y="1851750"/>
            <a:ext cx="24801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 name="Google Shape;95;p19"/>
          <p:cNvSpPr txBox="1"/>
          <p:nvPr>
            <p:ph idx="3" type="title"/>
          </p:nvPr>
        </p:nvSpPr>
        <p:spPr>
          <a:xfrm>
            <a:off x="5749500" y="1479425"/>
            <a:ext cx="2480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6" name="Google Shape;96;p19"/>
          <p:cNvSpPr txBox="1"/>
          <p:nvPr>
            <p:ph idx="4" type="subTitle"/>
          </p:nvPr>
        </p:nvSpPr>
        <p:spPr>
          <a:xfrm>
            <a:off x="5749500" y="1851752"/>
            <a:ext cx="2480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7" name="Google Shape;97;p19"/>
          <p:cNvSpPr txBox="1"/>
          <p:nvPr>
            <p:ph idx="5" type="title"/>
          </p:nvPr>
        </p:nvSpPr>
        <p:spPr>
          <a:xfrm>
            <a:off x="1811450" y="3091625"/>
            <a:ext cx="2480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8" name="Google Shape;98;p19"/>
          <p:cNvSpPr txBox="1"/>
          <p:nvPr>
            <p:ph idx="6" type="subTitle"/>
          </p:nvPr>
        </p:nvSpPr>
        <p:spPr>
          <a:xfrm>
            <a:off x="1811450" y="3463950"/>
            <a:ext cx="2480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9" name="Google Shape;99;p19"/>
          <p:cNvSpPr txBox="1"/>
          <p:nvPr>
            <p:ph idx="7" type="title"/>
          </p:nvPr>
        </p:nvSpPr>
        <p:spPr>
          <a:xfrm>
            <a:off x="5749500" y="3091623"/>
            <a:ext cx="2480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0" name="Google Shape;100;p19"/>
          <p:cNvSpPr txBox="1"/>
          <p:nvPr>
            <p:ph idx="8" type="subTitle"/>
          </p:nvPr>
        </p:nvSpPr>
        <p:spPr>
          <a:xfrm>
            <a:off x="5749500" y="3463950"/>
            <a:ext cx="2480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1" name="Shape 101"/>
        <p:cNvGrpSpPr/>
        <p:nvPr/>
      </p:nvGrpSpPr>
      <p:grpSpPr>
        <a:xfrm>
          <a:off x="0" y="0"/>
          <a:ext cx="0" cy="0"/>
          <a:chOff x="0" y="0"/>
          <a:chExt cx="0" cy="0"/>
        </a:xfrm>
      </p:grpSpPr>
      <p:pic>
        <p:nvPicPr>
          <p:cNvPr id="102" name="Google Shape;102;p20"/>
          <p:cNvPicPr preferRelativeResize="0"/>
          <p:nvPr/>
        </p:nvPicPr>
        <p:blipFill rotWithShape="1">
          <a:blip r:embed="rId2">
            <a:alphaModFix/>
          </a:blip>
          <a:srcRect b="10" l="0" r="0" t="0"/>
          <a:stretch/>
        </p:blipFill>
        <p:spPr>
          <a:xfrm>
            <a:off x="0" y="0"/>
            <a:ext cx="9143999" cy="5143502"/>
          </a:xfrm>
          <a:prstGeom prst="rect">
            <a:avLst/>
          </a:prstGeom>
          <a:noFill/>
          <a:ln>
            <a:noFill/>
          </a:ln>
        </p:spPr>
      </p:pic>
      <p:sp>
        <p:nvSpPr>
          <p:cNvPr id="103" name="Google Shape;103;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 name="Google Shape;104;p20"/>
          <p:cNvSpPr txBox="1"/>
          <p:nvPr>
            <p:ph idx="2" type="title"/>
          </p:nvPr>
        </p:nvSpPr>
        <p:spPr>
          <a:xfrm>
            <a:off x="788550" y="1881312"/>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5" name="Google Shape;105;p20"/>
          <p:cNvSpPr txBox="1"/>
          <p:nvPr>
            <p:ph idx="1" type="subTitle"/>
          </p:nvPr>
        </p:nvSpPr>
        <p:spPr>
          <a:xfrm>
            <a:off x="720013" y="2193175"/>
            <a:ext cx="2442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6" name="Google Shape;106;p20"/>
          <p:cNvSpPr txBox="1"/>
          <p:nvPr>
            <p:ph idx="3" type="title"/>
          </p:nvPr>
        </p:nvSpPr>
        <p:spPr>
          <a:xfrm>
            <a:off x="3419250" y="1881312"/>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7" name="Google Shape;107;p20"/>
          <p:cNvSpPr txBox="1"/>
          <p:nvPr>
            <p:ph idx="4" type="subTitle"/>
          </p:nvPr>
        </p:nvSpPr>
        <p:spPr>
          <a:xfrm>
            <a:off x="3331962" y="2193175"/>
            <a:ext cx="2480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8" name="Google Shape;108;p20"/>
          <p:cNvSpPr txBox="1"/>
          <p:nvPr>
            <p:ph idx="5" type="title"/>
          </p:nvPr>
        </p:nvSpPr>
        <p:spPr>
          <a:xfrm>
            <a:off x="788550" y="3749587"/>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09" name="Google Shape;109;p20"/>
          <p:cNvSpPr txBox="1"/>
          <p:nvPr>
            <p:ph idx="6" type="subTitle"/>
          </p:nvPr>
        </p:nvSpPr>
        <p:spPr>
          <a:xfrm>
            <a:off x="720000" y="4061350"/>
            <a:ext cx="2442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0" name="Google Shape;110;p20"/>
          <p:cNvSpPr txBox="1"/>
          <p:nvPr>
            <p:ph idx="7" type="title"/>
          </p:nvPr>
        </p:nvSpPr>
        <p:spPr>
          <a:xfrm>
            <a:off x="3419250" y="3749587"/>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1" name="Google Shape;111;p20"/>
          <p:cNvSpPr txBox="1"/>
          <p:nvPr>
            <p:ph idx="8" type="subTitle"/>
          </p:nvPr>
        </p:nvSpPr>
        <p:spPr>
          <a:xfrm>
            <a:off x="3331950" y="4061350"/>
            <a:ext cx="2480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2" name="Google Shape;112;p20"/>
          <p:cNvSpPr txBox="1"/>
          <p:nvPr>
            <p:ph idx="9" type="title"/>
          </p:nvPr>
        </p:nvSpPr>
        <p:spPr>
          <a:xfrm>
            <a:off x="6049924" y="1881312"/>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3" name="Google Shape;113;p20"/>
          <p:cNvSpPr txBox="1"/>
          <p:nvPr>
            <p:ph idx="13" type="subTitle"/>
          </p:nvPr>
        </p:nvSpPr>
        <p:spPr>
          <a:xfrm>
            <a:off x="5981387" y="2193175"/>
            <a:ext cx="2442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4" name="Google Shape;114;p20"/>
          <p:cNvSpPr txBox="1"/>
          <p:nvPr>
            <p:ph idx="14" type="title"/>
          </p:nvPr>
        </p:nvSpPr>
        <p:spPr>
          <a:xfrm>
            <a:off x="6049924" y="3749587"/>
            <a:ext cx="2305500" cy="41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5" name="Google Shape;115;p20"/>
          <p:cNvSpPr txBox="1"/>
          <p:nvPr>
            <p:ph idx="15" type="subTitle"/>
          </p:nvPr>
        </p:nvSpPr>
        <p:spPr>
          <a:xfrm>
            <a:off x="5981374" y="4061350"/>
            <a:ext cx="2442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e text 3">
  <p:cSld name="CUSTOM_2">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 name="Google Shape;118;p21"/>
          <p:cNvSpPr txBox="1"/>
          <p:nvPr>
            <p:ph idx="1" type="subTitle"/>
          </p:nvPr>
        </p:nvSpPr>
        <p:spPr>
          <a:xfrm>
            <a:off x="1759800" y="2006750"/>
            <a:ext cx="2659800" cy="1968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Oxygen"/>
              <a:buNone/>
              <a:defRPr sz="1600">
                <a:latin typeface="Oxygen"/>
                <a:ea typeface="Oxygen"/>
                <a:cs typeface="Oxygen"/>
                <a:sym typeface="Oxygen"/>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19" name="Google Shape;119;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20" name="Shape 120"/>
        <p:cNvGrpSpPr/>
        <p:nvPr/>
      </p:nvGrpSpPr>
      <p:grpSpPr>
        <a:xfrm>
          <a:off x="0" y="0"/>
          <a:ext cx="0" cy="0"/>
          <a:chOff x="0" y="0"/>
          <a:chExt cx="0" cy="0"/>
        </a:xfrm>
      </p:grpSpPr>
      <p:pic>
        <p:nvPicPr>
          <p:cNvPr id="121" name="Google Shape;121;p22"/>
          <p:cNvPicPr preferRelativeResize="0"/>
          <p:nvPr/>
        </p:nvPicPr>
        <p:blipFill>
          <a:blip r:embed="rId2">
            <a:alphaModFix/>
          </a:blip>
          <a:stretch>
            <a:fillRect/>
          </a:stretch>
        </p:blipFill>
        <p:spPr>
          <a:xfrm>
            <a:off x="-1" y="0"/>
            <a:ext cx="9144000" cy="5143513"/>
          </a:xfrm>
          <a:prstGeom prst="rect">
            <a:avLst/>
          </a:prstGeom>
          <a:noFill/>
          <a:ln>
            <a:noFill/>
          </a:ln>
        </p:spPr>
      </p:pic>
      <p:sp>
        <p:nvSpPr>
          <p:cNvPr id="122" name="Google Shape;122;p22"/>
          <p:cNvSpPr txBox="1"/>
          <p:nvPr>
            <p:ph idx="1" type="subTitle"/>
          </p:nvPr>
        </p:nvSpPr>
        <p:spPr>
          <a:xfrm>
            <a:off x="4281625" y="2006750"/>
            <a:ext cx="2659800" cy="196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Oxygen"/>
              <a:buNone/>
              <a:defRPr sz="1600">
                <a:latin typeface="Oxygen"/>
                <a:ea typeface="Oxygen"/>
                <a:cs typeface="Oxygen"/>
                <a:sym typeface="Oxygen"/>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 name="Google Shape;12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24" name="Shape 124"/>
        <p:cNvGrpSpPr/>
        <p:nvPr/>
      </p:nvGrpSpPr>
      <p:grpSpPr>
        <a:xfrm>
          <a:off x="0" y="0"/>
          <a:ext cx="0" cy="0"/>
          <a:chOff x="0" y="0"/>
          <a:chExt cx="0" cy="0"/>
        </a:xfrm>
      </p:grpSpPr>
      <p:pic>
        <p:nvPicPr>
          <p:cNvPr id="125" name="Google Shape;125;p23"/>
          <p:cNvPicPr preferRelativeResize="0"/>
          <p:nvPr/>
        </p:nvPicPr>
        <p:blipFill>
          <a:blip r:embed="rId2">
            <a:alphaModFix/>
          </a:blip>
          <a:stretch>
            <a:fillRect/>
          </a:stretch>
        </p:blipFill>
        <p:spPr>
          <a:xfrm>
            <a:off x="0" y="0"/>
            <a:ext cx="9144000" cy="5143513"/>
          </a:xfrm>
          <a:prstGeom prst="rect">
            <a:avLst/>
          </a:prstGeom>
          <a:noFill/>
          <a:ln>
            <a:noFill/>
          </a:ln>
        </p:spPr>
      </p:pic>
      <p:sp>
        <p:nvSpPr>
          <p:cNvPr id="126" name="Google Shape;12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 name="Google Shape;127;p23"/>
          <p:cNvSpPr txBox="1"/>
          <p:nvPr>
            <p:ph idx="1" type="subTitle"/>
          </p:nvPr>
        </p:nvSpPr>
        <p:spPr>
          <a:xfrm>
            <a:off x="1759800" y="2006750"/>
            <a:ext cx="2659800" cy="1968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Oxygen"/>
              <a:buNone/>
              <a:defRPr sz="1600">
                <a:latin typeface="Oxygen"/>
                <a:ea typeface="Oxygen"/>
                <a:cs typeface="Oxygen"/>
                <a:sym typeface="Oxygen"/>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5">
    <p:spTree>
      <p:nvGrpSpPr>
        <p:cNvPr id="128" name="Shape 128"/>
        <p:cNvGrpSpPr/>
        <p:nvPr/>
      </p:nvGrpSpPr>
      <p:grpSpPr>
        <a:xfrm>
          <a:off x="0" y="0"/>
          <a:ext cx="0" cy="0"/>
          <a:chOff x="0" y="0"/>
          <a:chExt cx="0" cy="0"/>
        </a:xfrm>
      </p:grpSpPr>
      <p:pic>
        <p:nvPicPr>
          <p:cNvPr id="129" name="Google Shape;129;p24"/>
          <p:cNvPicPr preferRelativeResize="0"/>
          <p:nvPr/>
        </p:nvPicPr>
        <p:blipFill>
          <a:blip r:embed="rId2">
            <a:alphaModFix/>
          </a:blip>
          <a:stretch>
            <a:fillRect/>
          </a:stretch>
        </p:blipFill>
        <p:spPr>
          <a:xfrm>
            <a:off x="-5" y="0"/>
            <a:ext cx="9144005" cy="5143500"/>
          </a:xfrm>
          <a:prstGeom prst="rect">
            <a:avLst/>
          </a:prstGeom>
          <a:noFill/>
          <a:ln>
            <a:noFill/>
          </a:ln>
        </p:spPr>
      </p:pic>
      <p:sp>
        <p:nvSpPr>
          <p:cNvPr id="130" name="Google Shape;130;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1"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31" name="Shape 131"/>
        <p:cNvGrpSpPr/>
        <p:nvPr/>
      </p:nvGrpSpPr>
      <p:grpSpPr>
        <a:xfrm>
          <a:off x="0" y="0"/>
          <a:ext cx="0" cy="0"/>
          <a:chOff x="0" y="0"/>
          <a:chExt cx="0" cy="0"/>
        </a:xfrm>
      </p:grpSpPr>
      <p:pic>
        <p:nvPicPr>
          <p:cNvPr id="132" name="Google Shape;132;p2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3" name="Google Shape;133;p25"/>
          <p:cNvSpPr txBox="1"/>
          <p:nvPr>
            <p:ph hasCustomPrompt="1" type="title"/>
          </p:nvPr>
        </p:nvSpPr>
        <p:spPr>
          <a:xfrm>
            <a:off x="1284000" y="540000"/>
            <a:ext cx="65760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4" name="Google Shape;134;p25"/>
          <p:cNvSpPr txBox="1"/>
          <p:nvPr>
            <p:ph idx="1" type="subTitle"/>
          </p:nvPr>
        </p:nvSpPr>
        <p:spPr>
          <a:xfrm>
            <a:off x="1284000" y="1246025"/>
            <a:ext cx="65760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5" name="Google Shape;135;p25"/>
          <p:cNvSpPr txBox="1"/>
          <p:nvPr>
            <p:ph hasCustomPrompt="1" idx="2" type="title"/>
          </p:nvPr>
        </p:nvSpPr>
        <p:spPr>
          <a:xfrm>
            <a:off x="1284000" y="1996138"/>
            <a:ext cx="65760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6" name="Google Shape;136;p25"/>
          <p:cNvSpPr txBox="1"/>
          <p:nvPr>
            <p:ph idx="3" type="subTitle"/>
          </p:nvPr>
        </p:nvSpPr>
        <p:spPr>
          <a:xfrm>
            <a:off x="1284000" y="2702163"/>
            <a:ext cx="65760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7" name="Google Shape;137;p25"/>
          <p:cNvSpPr txBox="1"/>
          <p:nvPr>
            <p:ph hasCustomPrompt="1" idx="4" type="title"/>
          </p:nvPr>
        </p:nvSpPr>
        <p:spPr>
          <a:xfrm>
            <a:off x="1284000" y="3452288"/>
            <a:ext cx="65760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8" name="Google Shape;138;p25"/>
          <p:cNvSpPr txBox="1"/>
          <p:nvPr>
            <p:ph idx="5" type="subTitle"/>
          </p:nvPr>
        </p:nvSpPr>
        <p:spPr>
          <a:xfrm>
            <a:off x="1284000" y="4158313"/>
            <a:ext cx="65760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9">
    <p:spTree>
      <p:nvGrpSpPr>
        <p:cNvPr id="139" name="Shape 139"/>
        <p:cNvGrpSpPr/>
        <p:nvPr/>
      </p:nvGrpSpPr>
      <p:grpSpPr>
        <a:xfrm>
          <a:off x="0" y="0"/>
          <a:ext cx="0" cy="0"/>
          <a:chOff x="0" y="0"/>
          <a:chExt cx="0" cy="0"/>
        </a:xfrm>
      </p:grpSpPr>
      <p:pic>
        <p:nvPicPr>
          <p:cNvPr id="140" name="Google Shape;140;p26"/>
          <p:cNvPicPr preferRelativeResize="0"/>
          <p:nvPr/>
        </p:nvPicPr>
        <p:blipFill>
          <a:blip r:embed="rId2">
            <a:alphaModFix/>
          </a:blip>
          <a:stretch>
            <a:fillRect/>
          </a:stretch>
        </p:blipFill>
        <p:spPr>
          <a:xfrm>
            <a:off x="-7" y="0"/>
            <a:ext cx="9144000" cy="5143497"/>
          </a:xfrm>
          <a:prstGeom prst="rect">
            <a:avLst/>
          </a:prstGeom>
          <a:noFill/>
          <a:ln>
            <a:noFill/>
          </a:ln>
        </p:spPr>
      </p:pic>
      <p:sp>
        <p:nvSpPr>
          <p:cNvPr id="141" name="Google Shape;141;p26"/>
          <p:cNvSpPr txBox="1"/>
          <p:nvPr>
            <p:ph type="title"/>
          </p:nvPr>
        </p:nvSpPr>
        <p:spPr>
          <a:xfrm>
            <a:off x="720107" y="2342625"/>
            <a:ext cx="32850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b="1"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2" name="Google Shape;142;p26"/>
          <p:cNvSpPr txBox="1"/>
          <p:nvPr>
            <p:ph hasCustomPrompt="1" idx="2" type="title"/>
          </p:nvPr>
        </p:nvSpPr>
        <p:spPr>
          <a:xfrm>
            <a:off x="720000" y="1106175"/>
            <a:ext cx="3285000" cy="12651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b="1"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3" name="Google Shape;143;p26"/>
          <p:cNvSpPr txBox="1"/>
          <p:nvPr>
            <p:ph idx="1" type="subTitle"/>
          </p:nvPr>
        </p:nvSpPr>
        <p:spPr>
          <a:xfrm>
            <a:off x="720101" y="3323950"/>
            <a:ext cx="32850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
    <p:spTree>
      <p:nvGrpSpPr>
        <p:cNvPr id="144" name="Shape 144"/>
        <p:cNvGrpSpPr/>
        <p:nvPr/>
      </p:nvGrpSpPr>
      <p:grpSpPr>
        <a:xfrm>
          <a:off x="0" y="0"/>
          <a:ext cx="0" cy="0"/>
          <a:chOff x="0" y="0"/>
          <a:chExt cx="0" cy="0"/>
        </a:xfrm>
      </p:grpSpPr>
      <p:pic>
        <p:nvPicPr>
          <p:cNvPr id="145" name="Google Shape;145;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6" name="Google Shape;146;p27"/>
          <p:cNvSpPr txBox="1"/>
          <p:nvPr>
            <p:ph type="title"/>
          </p:nvPr>
        </p:nvSpPr>
        <p:spPr>
          <a:xfrm>
            <a:off x="2929500" y="2342625"/>
            <a:ext cx="3285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b="1"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7" name="Google Shape;147;p27"/>
          <p:cNvSpPr txBox="1"/>
          <p:nvPr>
            <p:ph hasCustomPrompt="1" idx="2" type="title"/>
          </p:nvPr>
        </p:nvSpPr>
        <p:spPr>
          <a:xfrm>
            <a:off x="2929500" y="1106175"/>
            <a:ext cx="3285000" cy="1265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b="1"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8" name="Google Shape;148;p27"/>
          <p:cNvSpPr txBox="1"/>
          <p:nvPr>
            <p:ph idx="1" type="subTitle"/>
          </p:nvPr>
        </p:nvSpPr>
        <p:spPr>
          <a:xfrm>
            <a:off x="2929500" y="3323950"/>
            <a:ext cx="3285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49" name="Shape 149"/>
        <p:cNvGrpSpPr/>
        <p:nvPr/>
      </p:nvGrpSpPr>
      <p:grpSpPr>
        <a:xfrm>
          <a:off x="0" y="0"/>
          <a:ext cx="0" cy="0"/>
          <a:chOff x="0" y="0"/>
          <a:chExt cx="0" cy="0"/>
        </a:xfrm>
      </p:grpSpPr>
      <p:pic>
        <p:nvPicPr>
          <p:cNvPr id="150" name="Google Shape;150;p28"/>
          <p:cNvPicPr preferRelativeResize="0"/>
          <p:nvPr/>
        </p:nvPicPr>
        <p:blipFill>
          <a:blip r:embed="rId2">
            <a:alphaModFix/>
          </a:blip>
          <a:stretch>
            <a:fillRect/>
          </a:stretch>
        </p:blipFill>
        <p:spPr>
          <a:xfrm>
            <a:off x="0" y="3"/>
            <a:ext cx="9144000" cy="5143489"/>
          </a:xfrm>
          <a:prstGeom prst="rect">
            <a:avLst/>
          </a:prstGeom>
          <a:noFill/>
          <a:ln>
            <a:noFill/>
          </a:ln>
        </p:spPr>
      </p:pic>
      <p:sp>
        <p:nvSpPr>
          <p:cNvPr id="151" name="Google Shape;151;p28"/>
          <p:cNvSpPr txBox="1"/>
          <p:nvPr>
            <p:ph type="ctrTitle"/>
          </p:nvPr>
        </p:nvSpPr>
        <p:spPr>
          <a:xfrm>
            <a:off x="4096775" y="540100"/>
            <a:ext cx="4325700" cy="984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b="1"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2" name="Google Shape;152;p28"/>
          <p:cNvSpPr txBox="1"/>
          <p:nvPr>
            <p:ph idx="1" type="subTitle"/>
          </p:nvPr>
        </p:nvSpPr>
        <p:spPr>
          <a:xfrm>
            <a:off x="4096775" y="1524100"/>
            <a:ext cx="43257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atin typeface="Oxygen"/>
                <a:ea typeface="Oxygen"/>
                <a:cs typeface="Oxygen"/>
                <a:sym typeface="Oxygen"/>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53" name="Google Shape;153;p28"/>
          <p:cNvSpPr txBox="1"/>
          <p:nvPr/>
        </p:nvSpPr>
        <p:spPr>
          <a:xfrm>
            <a:off x="4409075" y="3137600"/>
            <a:ext cx="3701100" cy="96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Oxygen"/>
                <a:ea typeface="Oxygen"/>
                <a:cs typeface="Oxygen"/>
                <a:sym typeface="Oxygen"/>
              </a:rPr>
              <a:t>CREDITS: This presentation template was created by </a:t>
            </a:r>
            <a:r>
              <a:rPr lang="en" u="sng">
                <a:solidFill>
                  <a:schemeClr val="lt2"/>
                </a:solidFill>
                <a:latin typeface="Oxygen"/>
                <a:ea typeface="Oxygen"/>
                <a:cs typeface="Oxygen"/>
                <a:sym typeface="Oxygen"/>
                <a:hlinkClick r:id="rId3">
                  <a:extLst>
                    <a:ext uri="{A12FA001-AC4F-418D-AE19-62706E023703}">
                      <ahyp:hlinkClr val="tx"/>
                    </a:ext>
                  </a:extLst>
                </a:hlinkClick>
              </a:rPr>
              <a:t>Slidesgo</a:t>
            </a:r>
            <a:r>
              <a:rPr lang="en">
                <a:solidFill>
                  <a:schemeClr val="lt2"/>
                </a:solidFill>
                <a:latin typeface="Oxygen"/>
                <a:ea typeface="Oxygen"/>
                <a:cs typeface="Oxygen"/>
                <a:sym typeface="Oxygen"/>
              </a:rPr>
              <a:t>, including icons by </a:t>
            </a:r>
            <a:r>
              <a:rPr lang="en" u="sng">
                <a:solidFill>
                  <a:schemeClr val="lt2"/>
                </a:solidFill>
                <a:latin typeface="Oxygen"/>
                <a:ea typeface="Oxygen"/>
                <a:cs typeface="Oxygen"/>
                <a:sym typeface="Oxygen"/>
                <a:hlinkClick r:id="rId4">
                  <a:extLst>
                    <a:ext uri="{A12FA001-AC4F-418D-AE19-62706E023703}">
                      <ahyp:hlinkClr val="tx"/>
                    </a:ext>
                  </a:extLst>
                </a:hlinkClick>
              </a:rPr>
              <a:t>Flaticon</a:t>
            </a:r>
            <a:r>
              <a:rPr lang="en">
                <a:solidFill>
                  <a:schemeClr val="lt2"/>
                </a:solidFill>
                <a:latin typeface="Oxygen"/>
                <a:ea typeface="Oxygen"/>
                <a:cs typeface="Oxygen"/>
                <a:sym typeface="Oxygen"/>
              </a:rPr>
              <a:t>, infographics &amp; images by</a:t>
            </a:r>
            <a:r>
              <a:rPr lang="en">
                <a:solidFill>
                  <a:schemeClr val="lt2"/>
                </a:solidFill>
                <a:uFill>
                  <a:noFill/>
                </a:uFill>
                <a:latin typeface="Oxygen"/>
                <a:ea typeface="Oxygen"/>
                <a:cs typeface="Oxygen"/>
                <a:sym typeface="Oxygen"/>
                <a:hlinkClick r:id="rId5">
                  <a:extLst>
                    <a:ext uri="{A12FA001-AC4F-418D-AE19-62706E023703}">
                      <ahyp:hlinkClr val="tx"/>
                    </a:ext>
                  </a:extLst>
                </a:hlinkClick>
              </a:rPr>
              <a:t> </a:t>
            </a:r>
            <a:r>
              <a:rPr lang="en" u="sng">
                <a:solidFill>
                  <a:schemeClr val="lt2"/>
                </a:solidFill>
                <a:latin typeface="Oxygen"/>
                <a:ea typeface="Oxygen"/>
                <a:cs typeface="Oxygen"/>
                <a:sym typeface="Oxygen"/>
                <a:hlinkClick r:id="rId6">
                  <a:extLst>
                    <a:ext uri="{A12FA001-AC4F-418D-AE19-62706E023703}">
                      <ahyp:hlinkClr val="tx"/>
                    </a:ext>
                  </a:extLst>
                </a:hlinkClick>
              </a:rPr>
              <a:t>Freepik</a:t>
            </a:r>
            <a:r>
              <a:rPr lang="en">
                <a:solidFill>
                  <a:schemeClr val="lt2"/>
                </a:solidFill>
                <a:latin typeface="Oxygen"/>
                <a:ea typeface="Oxygen"/>
                <a:cs typeface="Oxygen"/>
                <a:sym typeface="Oxygen"/>
              </a:rPr>
              <a:t>.</a:t>
            </a:r>
            <a:endParaRPr>
              <a:solidFill>
                <a:schemeClr val="lt2"/>
              </a:solidFill>
              <a:latin typeface="Oxygen"/>
              <a:ea typeface="Oxygen"/>
              <a:cs typeface="Oxygen"/>
              <a:sym typeface="Oxygen"/>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54" name="Shape 15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3">
    <p:spTree>
      <p:nvGrpSpPr>
        <p:cNvPr id="155" name="Shape 155"/>
        <p:cNvGrpSpPr/>
        <p:nvPr/>
      </p:nvGrpSpPr>
      <p:grpSpPr>
        <a:xfrm>
          <a:off x="0" y="0"/>
          <a:ext cx="0" cy="0"/>
          <a:chOff x="0" y="0"/>
          <a:chExt cx="0" cy="0"/>
        </a:xfrm>
      </p:grpSpPr>
      <p:pic>
        <p:nvPicPr>
          <p:cNvPr id="156" name="Google Shape;156;p30"/>
          <p:cNvPicPr preferRelativeResize="0"/>
          <p:nvPr/>
        </p:nvPicPr>
        <p:blipFill>
          <a:blip r:embed="rId2">
            <a:alphaModFix/>
          </a:blip>
          <a:stretch>
            <a:fillRect/>
          </a:stretch>
        </p:blipFill>
        <p:spPr>
          <a:xfrm>
            <a:off x="0" y="0"/>
            <a:ext cx="9144000" cy="51435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4_1">
    <p:spTree>
      <p:nvGrpSpPr>
        <p:cNvPr id="157" name="Shape 157"/>
        <p:cNvGrpSpPr/>
        <p:nvPr/>
      </p:nvGrpSpPr>
      <p:grpSpPr>
        <a:xfrm>
          <a:off x="0" y="0"/>
          <a:ext cx="0" cy="0"/>
          <a:chOff x="0" y="0"/>
          <a:chExt cx="0" cy="0"/>
        </a:xfrm>
      </p:grpSpPr>
      <p:pic>
        <p:nvPicPr>
          <p:cNvPr id="158" name="Google Shape;158;p31"/>
          <p:cNvPicPr preferRelativeResize="0"/>
          <p:nvPr/>
        </p:nvPicPr>
        <p:blipFill>
          <a:blip r:embed="rId2">
            <a:alphaModFix/>
          </a:blip>
          <a:stretch>
            <a:fillRect/>
          </a:stretch>
        </p:blipFill>
        <p:spPr>
          <a:xfrm>
            <a:off x="0" y="0"/>
            <a:ext cx="9144000" cy="514351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oiret One"/>
              <a:buNone/>
              <a:defRPr sz="2800">
                <a:solidFill>
                  <a:schemeClr val="dk1"/>
                </a:solidFill>
                <a:latin typeface="Poiret One"/>
                <a:ea typeface="Poiret One"/>
                <a:cs typeface="Poiret One"/>
                <a:sym typeface="Poiret One"/>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Oxygen Light"/>
              <a:buChar char="●"/>
              <a:defRPr sz="1800">
                <a:solidFill>
                  <a:schemeClr val="lt2"/>
                </a:solidFill>
                <a:latin typeface="Oxygen Light"/>
                <a:ea typeface="Oxygen Light"/>
                <a:cs typeface="Oxygen Light"/>
                <a:sym typeface="Oxygen Light"/>
              </a:defRPr>
            </a:lvl1pPr>
            <a:lvl2pPr indent="-317500" lvl="1" marL="9144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2pPr>
            <a:lvl3pPr indent="-317500" lvl="2" marL="13716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3pPr>
            <a:lvl4pPr indent="-317500" lvl="3" marL="18288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4pPr>
            <a:lvl5pPr indent="-317500" lvl="4" marL="22860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5pPr>
            <a:lvl6pPr indent="-317500" lvl="5" marL="27432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6pPr>
            <a:lvl7pPr indent="-317500" lvl="6" marL="32004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7pPr>
            <a:lvl8pPr indent="-317500" lvl="7" marL="3657600">
              <a:lnSpc>
                <a:spcPct val="115000"/>
              </a:lnSpc>
              <a:spcBef>
                <a:spcPts val="1600"/>
              </a:spcBef>
              <a:spcAft>
                <a:spcPts val="0"/>
              </a:spcAft>
              <a:buClr>
                <a:schemeClr val="lt2"/>
              </a:buClr>
              <a:buSzPts val="1400"/>
              <a:buFont typeface="Oxygen Light"/>
              <a:buChar char="○"/>
              <a:defRPr>
                <a:solidFill>
                  <a:schemeClr val="lt2"/>
                </a:solidFill>
                <a:latin typeface="Oxygen Light"/>
                <a:ea typeface="Oxygen Light"/>
                <a:cs typeface="Oxygen Light"/>
                <a:sym typeface="Oxygen Light"/>
              </a:defRPr>
            </a:lvl8pPr>
            <a:lvl9pPr indent="-317500" lvl="8" marL="4114800">
              <a:lnSpc>
                <a:spcPct val="115000"/>
              </a:lnSpc>
              <a:spcBef>
                <a:spcPts val="1600"/>
              </a:spcBef>
              <a:spcAft>
                <a:spcPts val="1600"/>
              </a:spcAft>
              <a:buClr>
                <a:schemeClr val="lt2"/>
              </a:buClr>
              <a:buSzPts val="1400"/>
              <a:buFont typeface="Oxygen Light"/>
              <a:buChar char="■"/>
              <a:defRPr>
                <a:solidFill>
                  <a:schemeClr val="lt2"/>
                </a:solidFill>
                <a:latin typeface="Oxygen Light"/>
                <a:ea typeface="Oxygen Light"/>
                <a:cs typeface="Oxygen Light"/>
                <a:sym typeface="Oxygen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2"/>
          <p:cNvSpPr txBox="1"/>
          <p:nvPr>
            <p:ph type="ctrTitle"/>
          </p:nvPr>
        </p:nvSpPr>
        <p:spPr>
          <a:xfrm>
            <a:off x="2552575" y="970200"/>
            <a:ext cx="5448300" cy="2410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COMMUNICATION SKILLS</a:t>
            </a:r>
            <a:endParaRPr>
              <a:solidFill>
                <a:schemeClr val="accent1"/>
              </a:solidFill>
            </a:endParaRPr>
          </a:p>
        </p:txBody>
      </p:sp>
      <p:sp>
        <p:nvSpPr>
          <p:cNvPr id="164" name="Google Shape;164;p32"/>
          <p:cNvSpPr txBox="1"/>
          <p:nvPr>
            <p:ph idx="1" type="subTitle"/>
          </p:nvPr>
        </p:nvSpPr>
        <p:spPr>
          <a:xfrm>
            <a:off x="4149000" y="3380700"/>
            <a:ext cx="3852000" cy="792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COM101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2976925" y="2342625"/>
            <a:ext cx="58101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COMMUNICATION</a:t>
            </a:r>
            <a:endParaRPr/>
          </a:p>
        </p:txBody>
      </p:sp>
      <p:sp>
        <p:nvSpPr>
          <p:cNvPr id="170" name="Google Shape;170;p33"/>
          <p:cNvSpPr txBox="1"/>
          <p:nvPr>
            <p:ph idx="2" type="title"/>
          </p:nvPr>
        </p:nvSpPr>
        <p:spPr>
          <a:xfrm>
            <a:off x="5501900" y="1106175"/>
            <a:ext cx="3285000" cy="126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nvSpPr>
        <p:spPr>
          <a:xfrm>
            <a:off x="566100" y="278250"/>
            <a:ext cx="8011800" cy="458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Communication</a:t>
            </a:r>
            <a:r>
              <a:rPr lang="en" sz="1100">
                <a:solidFill>
                  <a:schemeClr val="accent6"/>
                </a:solidFill>
                <a:highlight>
                  <a:schemeClr val="lt1"/>
                </a:highlight>
                <a:latin typeface="Roboto"/>
                <a:ea typeface="Roboto"/>
                <a:cs typeface="Roboto"/>
                <a:sym typeface="Roboto"/>
              </a:rPr>
              <a:t>: Convey opinions/ feelings/ information, and ideas to others through words (written or spoken), body language, or signs. Latin word “communis” means ‘common’ and thus, if a person affects communication, he establishes a common ground of understanding.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Nature of Communication: </a:t>
            </a:r>
            <a:r>
              <a:rPr lang="en" sz="1100">
                <a:solidFill>
                  <a:schemeClr val="accent6"/>
                </a:solidFill>
                <a:highlight>
                  <a:schemeClr val="lt1"/>
                </a:highlight>
                <a:latin typeface="Roboto"/>
                <a:ea typeface="Roboto"/>
                <a:cs typeface="Roboto"/>
                <a:sym typeface="Roboto"/>
              </a:rPr>
              <a:t>A process. Inevitable. Meaning based. Intentional as well as unintentional. Systematic. Two-way traffic. Social. Dynamic. Continuous. Both interactive and transactional. Spiraling process. Contextual. Needs proper understanding. Leads achievement of the organizational objective. Dispels misunderstanding.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lang="en" sz="1100">
                <a:solidFill>
                  <a:schemeClr val="accent6"/>
                </a:solidFill>
                <a:highlight>
                  <a:schemeClr val="lt1"/>
                </a:highlight>
                <a:latin typeface="Roboto"/>
                <a:ea typeface="Roboto"/>
                <a:cs typeface="Roboto"/>
                <a:sym typeface="Roboto"/>
              </a:rPr>
              <a:t>Four specific skills: All pervasive. Shares thoughts and ideas, which produce response. It is the lifeblood of business.</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Classification of Communication</a:t>
            </a:r>
            <a:endParaRPr b="1"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1. Number of people to whom the message is addressed: </a:t>
            </a:r>
            <a:r>
              <a:rPr lang="en" sz="1100">
                <a:solidFill>
                  <a:schemeClr val="accent6"/>
                </a:solidFill>
                <a:highlight>
                  <a:schemeClr val="lt1"/>
                </a:highlight>
                <a:latin typeface="Roboto"/>
                <a:ea typeface="Roboto"/>
                <a:cs typeface="Roboto"/>
                <a:sym typeface="Roboto"/>
              </a:rPr>
              <a:t>Intrapersonal, Interpersonal, group communication, mass communication</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2. Medium:</a:t>
            </a:r>
            <a:r>
              <a:rPr lang="en" sz="1100">
                <a:solidFill>
                  <a:schemeClr val="accent6"/>
                </a:solidFill>
                <a:highlight>
                  <a:schemeClr val="lt1"/>
                </a:highlight>
                <a:latin typeface="Roboto"/>
                <a:ea typeface="Roboto"/>
                <a:cs typeface="Roboto"/>
                <a:sym typeface="Roboto"/>
              </a:rPr>
              <a:t> Verbal, non-verbal, formal, informal, downward, upward</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Purpose of communication:</a:t>
            </a:r>
            <a:r>
              <a:rPr lang="en" sz="1100">
                <a:solidFill>
                  <a:schemeClr val="accent6"/>
                </a:solidFill>
                <a:highlight>
                  <a:schemeClr val="lt1"/>
                </a:highlight>
                <a:latin typeface="Roboto"/>
                <a:ea typeface="Roboto"/>
                <a:cs typeface="Roboto"/>
                <a:sym typeface="Roboto"/>
              </a:rPr>
              <a:t> Inform, Persuade, Educate, Train, Motivate, Integrate, Relate, Entertain, make connections, empathise, Generate criticality.</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Importance and Function of Communications:</a:t>
            </a:r>
            <a:r>
              <a:rPr lang="en" sz="1100">
                <a:solidFill>
                  <a:schemeClr val="accent6"/>
                </a:solidFill>
                <a:highlight>
                  <a:schemeClr val="lt1"/>
                </a:highlight>
                <a:latin typeface="Roboto"/>
                <a:ea typeface="Roboto"/>
                <a:cs typeface="Roboto"/>
                <a:sym typeface="Roboto"/>
              </a:rPr>
              <a:t> Information Sharing, Feedback, Influence, Problem Solving. Decision-making, Facilitating change, Group  building, Gate keeping. Conveying the right message, coordination of effort, Good relations, Develop life skills. Ensuring Effectiveness of policies, Motivate. Job instruction, Controlling  people, Emotive function</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Evaluation of communication effectiveness: </a:t>
            </a:r>
            <a:r>
              <a:rPr lang="en" sz="1100">
                <a:solidFill>
                  <a:schemeClr val="accent6"/>
                </a:solidFill>
                <a:highlight>
                  <a:schemeClr val="lt1"/>
                </a:highlight>
                <a:latin typeface="Roboto"/>
                <a:ea typeface="Roboto"/>
                <a:cs typeface="Roboto"/>
                <a:sym typeface="Roboto"/>
              </a:rPr>
              <a:t>Fidelity of Communication. Economy. Congruence. Influence and Relationship building. Continuity despite complex environment.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100">
                <a:solidFill>
                  <a:schemeClr val="accent6"/>
                </a:solidFill>
                <a:highlight>
                  <a:schemeClr val="lt1"/>
                </a:highlight>
                <a:latin typeface="Roboto"/>
                <a:ea typeface="Roboto"/>
                <a:cs typeface="Roboto"/>
                <a:sym typeface="Roboto"/>
              </a:rPr>
              <a:t>Modules:</a:t>
            </a:r>
            <a:r>
              <a:rPr lang="en" sz="1100">
                <a:solidFill>
                  <a:schemeClr val="accent6"/>
                </a:solidFill>
                <a:highlight>
                  <a:schemeClr val="lt1"/>
                </a:highlight>
                <a:latin typeface="Roboto"/>
                <a:ea typeface="Roboto"/>
                <a:cs typeface="Roboto"/>
                <a:sym typeface="Roboto"/>
              </a:rPr>
              <a:t> Communication within an organization. Non-verbal communication. Written communications: letters, reports, policies and  procedures. Effective listening. Verbal presentations.</a:t>
            </a:r>
            <a:endParaRPr sz="11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accent6"/>
              </a:solidFill>
              <a:highlight>
                <a:schemeClr val="lt1"/>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5"/>
          <p:cNvSpPr txBox="1"/>
          <p:nvPr/>
        </p:nvSpPr>
        <p:spPr>
          <a:xfrm>
            <a:off x="1666950" y="2623800"/>
            <a:ext cx="5810100" cy="8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500">
                <a:solidFill>
                  <a:srgbClr val="6D5B57"/>
                </a:solidFill>
                <a:latin typeface="Poiret One"/>
                <a:ea typeface="Poiret One"/>
                <a:cs typeface="Poiret One"/>
                <a:sym typeface="Poiret One"/>
              </a:rPr>
              <a:t>BARRIERS TO COMMUNICATION</a:t>
            </a:r>
            <a:endParaRPr b="1" sz="4500">
              <a:solidFill>
                <a:srgbClr val="6D5B57"/>
              </a:solidFill>
              <a:latin typeface="Poiret One"/>
              <a:ea typeface="Poiret One"/>
              <a:cs typeface="Poiret One"/>
              <a:sym typeface="Poiret One"/>
            </a:endParaRPr>
          </a:p>
        </p:txBody>
      </p:sp>
      <p:sp>
        <p:nvSpPr>
          <p:cNvPr id="181" name="Google Shape;181;p35"/>
          <p:cNvSpPr txBox="1"/>
          <p:nvPr/>
        </p:nvSpPr>
        <p:spPr>
          <a:xfrm>
            <a:off x="3673200" y="1174650"/>
            <a:ext cx="1797600" cy="1265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7000">
                <a:solidFill>
                  <a:srgbClr val="6D5B57"/>
                </a:solidFill>
                <a:latin typeface="Poiret One"/>
                <a:ea typeface="Poiret One"/>
                <a:cs typeface="Poiret One"/>
                <a:sym typeface="Poiret One"/>
              </a:rPr>
              <a:t>02</a:t>
            </a:r>
            <a:endParaRPr b="1" sz="7000">
              <a:solidFill>
                <a:srgbClr val="6D5B57"/>
              </a:solidFill>
              <a:latin typeface="Poiret One"/>
              <a:ea typeface="Poiret One"/>
              <a:cs typeface="Poiret One"/>
              <a:sym typeface="Poiret On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nvSpPr>
        <p:spPr>
          <a:xfrm>
            <a:off x="0" y="0"/>
            <a:ext cx="44520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Barriers to communication:</a:t>
            </a:r>
            <a:endParaRPr b="1"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Semantic:</a:t>
            </a:r>
            <a:r>
              <a:rPr lang="en" sz="1000">
                <a:solidFill>
                  <a:schemeClr val="accent6"/>
                </a:solidFill>
                <a:highlight>
                  <a:schemeClr val="lt1"/>
                </a:highlight>
                <a:latin typeface="Roboto"/>
                <a:ea typeface="Roboto"/>
                <a:cs typeface="Roboto"/>
                <a:sym typeface="Roboto"/>
              </a:rPr>
              <a:t> The science of meaning. Coding/ decoding a message. Ex: Words having similar pronunciation but multiple meaning. Badly expressed message. Wrong interpretation/ unqualified assumptions. Jargons.</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Organizational barriers:</a:t>
            </a:r>
            <a:r>
              <a:rPr lang="en" sz="1000">
                <a:solidFill>
                  <a:schemeClr val="accent6"/>
                </a:solidFill>
                <a:highlight>
                  <a:schemeClr val="lt1"/>
                </a:highlight>
                <a:latin typeface="Roboto"/>
                <a:ea typeface="Roboto"/>
                <a:cs typeface="Roboto"/>
                <a:sym typeface="Roboto"/>
              </a:rPr>
              <a:t> Interference may arise from the relative status and power of the participants, traditional roles, and incompatible needs/ expectations. Organizational culture and climate/ rules and regulations. Status relationship. Complexity in organizational structure. Inadequate facility and opportunity. Lack of cooperation between superior and subordinate.</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Interpersonal:</a:t>
            </a:r>
            <a:r>
              <a:rPr lang="en" sz="1000">
                <a:solidFill>
                  <a:schemeClr val="accent6"/>
                </a:solidFill>
                <a:highlight>
                  <a:schemeClr val="lt1"/>
                </a:highlight>
                <a:latin typeface="Roboto"/>
                <a:ea typeface="Roboto"/>
                <a:cs typeface="Roboto"/>
                <a:sym typeface="Roboto"/>
              </a:rPr>
              <a:t> Ex: Superior and Subordinate. (Shortage of time for employees, Lack of trust, Lack of consideration for employee's needs, Wish to capture authority, Fear of losing power of control, Bypassing, Information overload// Lack of proper channel. No interest to communicate. Lack of cooperation and trust. Poor relationship between superior and subordinate. Fear of penalty.)</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Cross-cultural barriers:</a:t>
            </a:r>
            <a:r>
              <a:rPr lang="en" sz="1000">
                <a:solidFill>
                  <a:schemeClr val="accent6"/>
                </a:solidFill>
                <a:highlight>
                  <a:schemeClr val="lt1"/>
                </a:highlight>
                <a:latin typeface="Roboto"/>
                <a:ea typeface="Roboto"/>
                <a:cs typeface="Roboto"/>
                <a:sym typeface="Roboto"/>
              </a:rPr>
              <a:t> Culture is a shared set of values and attributes of a  group. Culture is so much a part of an individual's manner of talking, behaving and thinking, that communication  style and competence are influenced by it.</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6"/>
                </a:solidFill>
                <a:highlight>
                  <a:schemeClr val="lt1"/>
                </a:highlight>
                <a:latin typeface="Roboto"/>
                <a:ea typeface="Roboto"/>
                <a:cs typeface="Roboto"/>
                <a:sym typeface="Roboto"/>
              </a:rPr>
              <a:t>Some of the significant differences between cultures are: National Character/ Basic Personality, Language, Values and norms of behavior, Social relationships, Concepts of time, Concepts of space, Non verbal communication, Perception</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Physical Barriers/Channel and media barriers</a:t>
            </a:r>
            <a:endParaRPr b="1" sz="1000">
              <a:solidFill>
                <a:schemeClr val="accent6"/>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6"/>
                </a:solidFill>
                <a:highlight>
                  <a:schemeClr val="lt1"/>
                </a:highlight>
                <a:latin typeface="Roboto"/>
                <a:ea typeface="Roboto"/>
                <a:cs typeface="Roboto"/>
                <a:sym typeface="Roboto"/>
              </a:rPr>
              <a:t>Technological barriers</a:t>
            </a:r>
            <a:endParaRPr sz="1000">
              <a:solidFill>
                <a:schemeClr val="accent6"/>
              </a:solidFill>
              <a:highlight>
                <a:schemeClr val="lt1"/>
              </a:highlight>
              <a:latin typeface="Roboto"/>
              <a:ea typeface="Roboto"/>
              <a:cs typeface="Roboto"/>
              <a:sym typeface="Roboto"/>
            </a:endParaRPr>
          </a:p>
        </p:txBody>
      </p:sp>
      <p:sp>
        <p:nvSpPr>
          <p:cNvPr id="187" name="Google Shape;187;p36"/>
          <p:cNvSpPr txBox="1"/>
          <p:nvPr/>
        </p:nvSpPr>
        <p:spPr>
          <a:xfrm>
            <a:off x="4452000" y="0"/>
            <a:ext cx="45699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2"/>
                </a:solidFill>
                <a:highlight>
                  <a:schemeClr val="lt1"/>
                </a:highlight>
                <a:latin typeface="Roboto"/>
                <a:ea typeface="Roboto"/>
                <a:cs typeface="Roboto"/>
                <a:sym typeface="Roboto"/>
              </a:rPr>
              <a:t>Individual barriers/ Psycho-sociological Barriers:</a:t>
            </a:r>
            <a:r>
              <a:rPr lang="en" sz="1000">
                <a:solidFill>
                  <a:schemeClr val="dk2"/>
                </a:solidFill>
                <a:highlight>
                  <a:schemeClr val="lt1"/>
                </a:highlight>
                <a:latin typeface="Roboto"/>
                <a:ea typeface="Roboto"/>
                <a:cs typeface="Roboto"/>
                <a:sym typeface="Roboto"/>
              </a:rPr>
              <a:t> People also have personal feelings, desires, fears, hopes,  likes, dislikes, attitudes, views and opinions.</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a:t>
            </a:r>
            <a:r>
              <a:rPr b="1" lang="en" sz="1000">
                <a:solidFill>
                  <a:schemeClr val="dk2"/>
                </a:solidFill>
                <a:highlight>
                  <a:schemeClr val="lt1"/>
                </a:highlight>
                <a:latin typeface="Roboto"/>
                <a:ea typeface="Roboto"/>
                <a:cs typeface="Roboto"/>
                <a:sym typeface="Roboto"/>
              </a:rPr>
              <a:t> Style:</a:t>
            </a:r>
            <a:r>
              <a:rPr lang="en" sz="1000">
                <a:solidFill>
                  <a:schemeClr val="dk2"/>
                </a:solidFill>
                <a:highlight>
                  <a:schemeClr val="lt1"/>
                </a:highlight>
                <a:latin typeface="Roboto"/>
                <a:ea typeface="Roboto"/>
                <a:cs typeface="Roboto"/>
                <a:sym typeface="Roboto"/>
              </a:rPr>
              <a:t> The manner in which a person communicates.</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Selective perception: </a:t>
            </a:r>
            <a:r>
              <a:rPr lang="en" sz="1000">
                <a:solidFill>
                  <a:schemeClr val="dk2"/>
                </a:solidFill>
                <a:highlight>
                  <a:schemeClr val="lt1"/>
                </a:highlight>
                <a:latin typeface="Roboto"/>
                <a:ea typeface="Roboto"/>
                <a:cs typeface="Roboto"/>
                <a:sym typeface="Roboto"/>
              </a:rPr>
              <a:t>The receiver may make a world of his own around himself. As  a result, the person acquires incomplete and inappropriate information, which  influence the communication process.</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Halo effect:</a:t>
            </a:r>
            <a:r>
              <a:rPr lang="en" sz="1000">
                <a:solidFill>
                  <a:schemeClr val="dk2"/>
                </a:solidFill>
                <a:highlight>
                  <a:schemeClr val="lt1"/>
                </a:highlight>
                <a:latin typeface="Roboto"/>
                <a:ea typeface="Roboto"/>
                <a:cs typeface="Roboto"/>
                <a:sym typeface="Roboto"/>
              </a:rPr>
              <a:t> People do not listen carefully because of impressions based on earlier encounters. </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Status relationship:</a:t>
            </a:r>
            <a:r>
              <a:rPr lang="en" sz="1000">
                <a:solidFill>
                  <a:schemeClr val="dk2"/>
                </a:solidFill>
                <a:highlight>
                  <a:schemeClr val="lt1"/>
                </a:highlight>
                <a:latin typeface="Roboto"/>
                <a:ea typeface="Roboto"/>
                <a:cs typeface="Roboto"/>
                <a:sym typeface="Roboto"/>
              </a:rPr>
              <a:t> There may be difference of status and power in relationships</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Poor attention and Retention:</a:t>
            </a:r>
            <a:r>
              <a:rPr lang="en" sz="1000">
                <a:solidFill>
                  <a:schemeClr val="dk2"/>
                </a:solidFill>
                <a:highlight>
                  <a:schemeClr val="lt1"/>
                </a:highlight>
                <a:latin typeface="Roboto"/>
                <a:ea typeface="Roboto"/>
                <a:cs typeface="Roboto"/>
                <a:sym typeface="Roboto"/>
              </a:rPr>
              <a:t> Human memory may not always retain what it is told. This causes communication breakdown and necessitates the repetition of the message using several channels.</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Inattention: </a:t>
            </a:r>
            <a:r>
              <a:rPr lang="en" sz="1000">
                <a:solidFill>
                  <a:schemeClr val="dk2"/>
                </a:solidFill>
                <a:highlight>
                  <a:schemeClr val="lt1"/>
                </a:highlight>
                <a:latin typeface="Roboto"/>
                <a:ea typeface="Roboto"/>
                <a:cs typeface="Roboto"/>
                <a:sym typeface="Roboto"/>
              </a:rPr>
              <a:t>The preoccupied mind of the receiver and the reluctant non-listening.</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Undue importance of written words:</a:t>
            </a:r>
            <a:r>
              <a:rPr lang="en" sz="1000">
                <a:solidFill>
                  <a:schemeClr val="dk2"/>
                </a:solidFill>
                <a:highlight>
                  <a:schemeClr val="lt1"/>
                </a:highlight>
                <a:latin typeface="Roboto"/>
                <a:ea typeface="Roboto"/>
                <a:cs typeface="Roboto"/>
                <a:sym typeface="Roboto"/>
              </a:rPr>
              <a:t> The undue importance given to  the written words may lead to loss of information. </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Defensiveness:</a:t>
            </a:r>
            <a:r>
              <a:rPr lang="en" sz="1000">
                <a:solidFill>
                  <a:schemeClr val="dk2"/>
                </a:solidFill>
                <a:highlight>
                  <a:schemeClr val="lt1"/>
                </a:highlight>
                <a:latin typeface="Roboto"/>
                <a:ea typeface="Roboto"/>
                <a:cs typeface="Roboto"/>
                <a:sym typeface="Roboto"/>
              </a:rPr>
              <a:t> If one feels threatened by a message, one becomes  defensive and responds in such ways that reduce the understanding. </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Closed Mind:</a:t>
            </a:r>
            <a:r>
              <a:rPr lang="en" sz="1000">
                <a:solidFill>
                  <a:schemeClr val="dk2"/>
                </a:solidFill>
                <a:highlight>
                  <a:schemeClr val="lt1"/>
                </a:highlight>
                <a:latin typeface="Roboto"/>
                <a:ea typeface="Roboto"/>
                <a:cs typeface="Roboto"/>
                <a:sym typeface="Roboto"/>
              </a:rPr>
              <a:t> Limited intellectual background, limited reading and narrow interests can cause a person's mind to be narrow. This limits  the ability to take in new ideas. People with closed minds do not  take in any new information or suggestions to change.</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State of Health:</a:t>
            </a:r>
            <a:r>
              <a:rPr lang="en" sz="1000">
                <a:solidFill>
                  <a:schemeClr val="dk2"/>
                </a:solidFill>
                <a:highlight>
                  <a:schemeClr val="lt1"/>
                </a:highlight>
                <a:latin typeface="Roboto"/>
                <a:ea typeface="Roboto"/>
                <a:cs typeface="Roboto"/>
                <a:sym typeface="Roboto"/>
              </a:rPr>
              <a:t> Physical condition can affect the efficiency in all communication skills. The mind is not alert and perception is low.</a:t>
            </a:r>
            <a:endParaRPr sz="1000">
              <a:solidFill>
                <a:schemeClr val="dk2"/>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dk2"/>
                </a:solidFill>
                <a:highlight>
                  <a:schemeClr val="lt1"/>
                </a:highlight>
                <a:latin typeface="Roboto"/>
                <a:ea typeface="Roboto"/>
                <a:cs typeface="Roboto"/>
                <a:sym typeface="Roboto"/>
              </a:rPr>
              <a:t>✤ </a:t>
            </a:r>
            <a:r>
              <a:rPr b="1" lang="en" sz="1000">
                <a:solidFill>
                  <a:schemeClr val="dk2"/>
                </a:solidFill>
                <a:highlight>
                  <a:schemeClr val="lt1"/>
                </a:highlight>
                <a:latin typeface="Roboto"/>
                <a:ea typeface="Roboto"/>
                <a:cs typeface="Roboto"/>
                <a:sym typeface="Roboto"/>
              </a:rPr>
              <a:t>Filtering:</a:t>
            </a:r>
            <a:r>
              <a:rPr lang="en" sz="1000">
                <a:solidFill>
                  <a:schemeClr val="dk2"/>
                </a:solidFill>
                <a:highlight>
                  <a:schemeClr val="lt1"/>
                </a:highlight>
                <a:latin typeface="Roboto"/>
                <a:ea typeface="Roboto"/>
                <a:cs typeface="Roboto"/>
                <a:sym typeface="Roboto"/>
              </a:rPr>
              <a:t> Filtering is the process of reducing the details or aspects of a message. Each person who receives the message reduces it according to  his or her understanding of the situation. In this process, much of the important information may be lost or misinterpreted and the sender will fail to convey what he wants to convey.</a:t>
            </a:r>
            <a:endParaRPr sz="100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nvSpPr>
        <p:spPr>
          <a:xfrm>
            <a:off x="677400" y="170550"/>
            <a:ext cx="77892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accent3"/>
                </a:solidFill>
                <a:highlight>
                  <a:schemeClr val="lt1"/>
                </a:highlight>
                <a:latin typeface="Roboto"/>
                <a:ea typeface="Roboto"/>
                <a:cs typeface="Roboto"/>
                <a:sym typeface="Roboto"/>
              </a:rPr>
              <a:t>How to overcome barriers in  communication?</a:t>
            </a:r>
            <a:endParaRPr b="1"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Be fully attentive to sender. Listen actively. Ask for clarification and repetition wherever necessary. Keep checking the receipt of information with sender. Share opinions, feelings and perceptions generated by the message. Both parties have to work to remove the barriers and achieve the communication effectiveness. </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3"/>
                </a:solidFill>
                <a:highlight>
                  <a:schemeClr val="lt1"/>
                </a:highlight>
                <a:latin typeface="Roboto"/>
                <a:ea typeface="Roboto"/>
                <a:cs typeface="Roboto"/>
                <a:sym typeface="Roboto"/>
              </a:rPr>
              <a:t>Measures to Overcome Barriers in Communication:</a:t>
            </a:r>
            <a:r>
              <a:rPr lang="en" sz="1000">
                <a:solidFill>
                  <a:schemeClr val="accent3"/>
                </a:solidFill>
                <a:highlight>
                  <a:schemeClr val="lt1"/>
                </a:highlight>
                <a:latin typeface="Roboto"/>
                <a:ea typeface="Roboto"/>
                <a:cs typeface="Roboto"/>
                <a:sym typeface="Roboto"/>
              </a:rPr>
              <a:t> Fostering good relationship. Purposeful and well focused communication. Coordination between teams. Avoid technical language. Feedback. Accuracy and clarity in message. Communication of organizational philosophy. Organization policies. Minimize semantic problem. Proper communication channels. Right feedback</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3"/>
                </a:solidFill>
                <a:highlight>
                  <a:schemeClr val="lt1"/>
                </a:highlight>
                <a:latin typeface="Roboto"/>
                <a:ea typeface="Roboto"/>
                <a:cs typeface="Roboto"/>
                <a:sym typeface="Roboto"/>
              </a:rPr>
              <a:t>7 C’s Principles of Effective Communication:</a:t>
            </a:r>
            <a:endParaRPr b="1"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Courtesy/consideration: Putting yourself in the receivers shoes. A considerate person does not lose temper, does not  accuse others and is aware of the desires, circumstances, emotions and requests of the  receiver. Courtesy involves being aware not only of the perspective of others, but also their feelings.</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Clarity: Balance between precise and familiar language.</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Correctness: Message should not contain any wrong information, it should be  authentic.</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Concreteness: Communicating concretely means being specific, definite and vivid rather than vague and general.</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Credibility: (Builds Trust) If the sender can establish his credibility, the receiver has no  problems in accepting his statement.</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Completeness and consistency: The message is complete when it contains all the facts the reader or listener needs for the reaction the sender of the  message desires. Provide all necessary information. Answer all questions asked. Give something extra, when desirable.</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Conciseness: Conciseness is saying what you have to say in fewest possible words. The message to be communicated should be as brief and concise as possible. Conciseness is a prerequisite to effective business communication. Eliminate wordy expressions. Include only relevant material. Avoid Repetition.</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b="1" lang="en" sz="1000">
                <a:solidFill>
                  <a:schemeClr val="accent3"/>
                </a:solidFill>
                <a:highlight>
                  <a:schemeClr val="lt1"/>
                </a:highlight>
                <a:latin typeface="Roboto"/>
                <a:ea typeface="Roboto"/>
                <a:cs typeface="Roboto"/>
                <a:sym typeface="Roboto"/>
              </a:rPr>
              <a:t>Four S’s of communication</a:t>
            </a:r>
            <a:endParaRPr b="1"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Shortness - "Brevity is the soul of wit."</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Simplicity - Reveals clarity in the thinking process. Use simple terminology and equally simple concepts.</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Strength - The strength of the message emanates from the credibility of the sender. If the sender himself  believes in a message that he is about to transmit,  there is bound to be strength and conviction in  whatever he tries to state.</a:t>
            </a:r>
            <a:endParaRPr sz="1000">
              <a:solidFill>
                <a:schemeClr val="accent3"/>
              </a:solidFill>
              <a:highlight>
                <a:schemeClr val="lt1"/>
              </a:highlight>
              <a:latin typeface="Roboto"/>
              <a:ea typeface="Roboto"/>
              <a:cs typeface="Roboto"/>
              <a:sym typeface="Roboto"/>
            </a:endParaRPr>
          </a:p>
          <a:p>
            <a:pPr indent="0" lvl="0" marL="0" rtl="0" algn="l">
              <a:spcBef>
                <a:spcPts val="0"/>
              </a:spcBef>
              <a:spcAft>
                <a:spcPts val="0"/>
              </a:spcAft>
              <a:buNone/>
            </a:pPr>
            <a:r>
              <a:rPr lang="en" sz="1000">
                <a:solidFill>
                  <a:schemeClr val="accent3"/>
                </a:solidFill>
                <a:highlight>
                  <a:schemeClr val="lt1"/>
                </a:highlight>
                <a:latin typeface="Roboto"/>
                <a:ea typeface="Roboto"/>
                <a:cs typeface="Roboto"/>
                <a:sym typeface="Roboto"/>
              </a:rPr>
              <a:t>✤ Sincerity - If the sender is genuine and sincere, it will  be reflected in the manner he communicates.</a:t>
            </a:r>
            <a:endParaRPr sz="1000">
              <a:solidFill>
                <a:schemeClr val="accent3"/>
              </a:solidFill>
              <a:highlight>
                <a:schemeClr val="lt1"/>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Aesthetic Slideshow by Slidesgo">
  <a:themeElements>
    <a:clrScheme name="Simple Light">
      <a:dk1>
        <a:srgbClr val="6D5B57"/>
      </a:dk1>
      <a:lt1>
        <a:srgbClr val="F2E1D8"/>
      </a:lt1>
      <a:dk2>
        <a:srgbClr val="595959"/>
      </a:dk2>
      <a:lt2>
        <a:srgbClr val="B08980"/>
      </a:lt2>
      <a:accent1>
        <a:srgbClr val="6D5B57"/>
      </a:accent1>
      <a:accent2>
        <a:srgbClr val="F2E1D8"/>
      </a:accent2>
      <a:accent3>
        <a:srgbClr val="595959"/>
      </a:accent3>
      <a:accent4>
        <a:srgbClr val="B08980"/>
      </a:accent4>
      <a:accent5>
        <a:srgbClr val="F2E1D8"/>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