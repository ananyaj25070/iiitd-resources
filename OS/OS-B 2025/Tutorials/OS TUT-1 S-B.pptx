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Proxima Nova"/>
      <p:regular r:id="rId32"/>
      <p:bold r:id="rId33"/>
      <p:italic r:id="rId34"/>
      <p:boldItalic r:id="rId35"/>
    </p:embeddedFont>
    <p:embeddedFont>
      <p:font typeface="Quattrocento Sans"/>
      <p:regular r:id="rId36"/>
      <p:bold r:id="rId37"/>
      <p:italic r:id="rId38"/>
      <p:boldItalic r:id="rId39"/>
    </p:embeddedFont>
    <p:embeddedFont>
      <p:font typeface="Oi"/>
      <p:regular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1" roundtripDataSignature="AMtx7mgT1fJtOS+5wDEoWDuwxsYhSKPh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i-regular.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roximaNova-bold.fntdata"/><Relationship Id="rId10" Type="http://schemas.openxmlformats.org/officeDocument/2006/relationships/slide" Target="slides/slide5.xml"/><Relationship Id="rId32" Type="http://schemas.openxmlformats.org/officeDocument/2006/relationships/font" Target="fonts/ProximaNova-regular.fntdata"/><Relationship Id="rId13" Type="http://schemas.openxmlformats.org/officeDocument/2006/relationships/slide" Target="slides/slide8.xml"/><Relationship Id="rId35" Type="http://schemas.openxmlformats.org/officeDocument/2006/relationships/font" Target="fonts/ProximaNova-boldItalic.fntdata"/><Relationship Id="rId12" Type="http://schemas.openxmlformats.org/officeDocument/2006/relationships/slide" Target="slides/slide7.xml"/><Relationship Id="rId34" Type="http://schemas.openxmlformats.org/officeDocument/2006/relationships/font" Target="fonts/ProximaNova-italic.fntdata"/><Relationship Id="rId15" Type="http://schemas.openxmlformats.org/officeDocument/2006/relationships/slide" Target="slides/slide10.xml"/><Relationship Id="rId37" Type="http://schemas.openxmlformats.org/officeDocument/2006/relationships/font" Target="fonts/QuattrocentoSans-bold.fntdata"/><Relationship Id="rId14" Type="http://schemas.openxmlformats.org/officeDocument/2006/relationships/slide" Target="slides/slide9.xml"/><Relationship Id="rId36" Type="http://schemas.openxmlformats.org/officeDocument/2006/relationships/font" Target="fonts/QuattrocentoSans-regular.fntdata"/><Relationship Id="rId17" Type="http://schemas.openxmlformats.org/officeDocument/2006/relationships/slide" Target="slides/slide12.xml"/><Relationship Id="rId39" Type="http://schemas.openxmlformats.org/officeDocument/2006/relationships/font" Target="fonts/QuattrocentoSans-boldItalic.fntdata"/><Relationship Id="rId16" Type="http://schemas.openxmlformats.org/officeDocument/2006/relationships/slide" Target="slides/slide11.xml"/><Relationship Id="rId38" Type="http://schemas.openxmlformats.org/officeDocument/2006/relationships/font" Target="fonts/Quattrocento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Dark)" type="title">
  <p:cSld name="TITLE">
    <p:bg>
      <p:bgPr>
        <a:solidFill>
          <a:srgbClr val="3EADA7"/>
        </a:solidFill>
      </p:bgPr>
    </p:bg>
    <p:spTree>
      <p:nvGrpSpPr>
        <p:cNvPr id="9" name="Shape 9"/>
        <p:cNvGrpSpPr/>
        <p:nvPr/>
      </p:nvGrpSpPr>
      <p:grpSpPr>
        <a:xfrm>
          <a:off x="0" y="0"/>
          <a:ext cx="0" cy="0"/>
          <a:chOff x="0" y="0"/>
          <a:chExt cx="0" cy="0"/>
        </a:xfrm>
      </p:grpSpPr>
      <p:sp>
        <p:nvSpPr>
          <p:cNvPr id="10" name="Google Shape;10;p36"/>
          <p:cNvSpPr txBox="1"/>
          <p:nvPr>
            <p:ph type="ctrTitle"/>
          </p:nvPr>
        </p:nvSpPr>
        <p:spPr>
          <a:xfrm>
            <a:off x="311700" y="965800"/>
            <a:ext cx="7705800" cy="79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4000"/>
              <a:buFont typeface="Proxima Nova"/>
              <a:buNone/>
              <a:defRPr b="1" sz="4000">
                <a:solidFill>
                  <a:schemeClr val="lt1"/>
                </a:solidFill>
                <a:latin typeface="Proxima Nova"/>
                <a:ea typeface="Proxima Nova"/>
                <a:cs typeface="Proxima Nova"/>
                <a:sym typeface="Proxima Nova"/>
              </a:defRPr>
            </a:lvl1pPr>
            <a:lvl2pPr lvl="1" algn="l">
              <a:lnSpc>
                <a:spcPct val="100000"/>
              </a:lnSpc>
              <a:spcBef>
                <a:spcPts val="0"/>
              </a:spcBef>
              <a:spcAft>
                <a:spcPts val="0"/>
              </a:spcAft>
              <a:buClr>
                <a:schemeClr val="lt1"/>
              </a:buClr>
              <a:buSzPts val="4000"/>
              <a:buNone/>
              <a:defRPr sz="4000">
                <a:solidFill>
                  <a:schemeClr val="lt1"/>
                </a:solidFill>
              </a:defRPr>
            </a:lvl2pPr>
            <a:lvl3pPr lvl="2" algn="l">
              <a:lnSpc>
                <a:spcPct val="100000"/>
              </a:lnSpc>
              <a:spcBef>
                <a:spcPts val="0"/>
              </a:spcBef>
              <a:spcAft>
                <a:spcPts val="0"/>
              </a:spcAft>
              <a:buClr>
                <a:schemeClr val="lt1"/>
              </a:buClr>
              <a:buSzPts val="4000"/>
              <a:buNone/>
              <a:defRPr sz="4000">
                <a:solidFill>
                  <a:schemeClr val="lt1"/>
                </a:solidFill>
              </a:defRPr>
            </a:lvl3pPr>
            <a:lvl4pPr lvl="3" algn="l">
              <a:lnSpc>
                <a:spcPct val="100000"/>
              </a:lnSpc>
              <a:spcBef>
                <a:spcPts val="0"/>
              </a:spcBef>
              <a:spcAft>
                <a:spcPts val="0"/>
              </a:spcAft>
              <a:buClr>
                <a:schemeClr val="lt1"/>
              </a:buClr>
              <a:buSzPts val="4000"/>
              <a:buNone/>
              <a:defRPr sz="4000">
                <a:solidFill>
                  <a:schemeClr val="lt1"/>
                </a:solidFill>
              </a:defRPr>
            </a:lvl4pPr>
            <a:lvl5pPr lvl="4" algn="l">
              <a:lnSpc>
                <a:spcPct val="100000"/>
              </a:lnSpc>
              <a:spcBef>
                <a:spcPts val="0"/>
              </a:spcBef>
              <a:spcAft>
                <a:spcPts val="0"/>
              </a:spcAft>
              <a:buClr>
                <a:schemeClr val="lt1"/>
              </a:buClr>
              <a:buSzPts val="4000"/>
              <a:buNone/>
              <a:defRPr sz="4000">
                <a:solidFill>
                  <a:schemeClr val="lt1"/>
                </a:solidFill>
              </a:defRPr>
            </a:lvl5pPr>
            <a:lvl6pPr lvl="5" algn="l">
              <a:lnSpc>
                <a:spcPct val="100000"/>
              </a:lnSpc>
              <a:spcBef>
                <a:spcPts val="0"/>
              </a:spcBef>
              <a:spcAft>
                <a:spcPts val="0"/>
              </a:spcAft>
              <a:buClr>
                <a:schemeClr val="lt1"/>
              </a:buClr>
              <a:buSzPts val="4000"/>
              <a:buNone/>
              <a:defRPr sz="4000">
                <a:solidFill>
                  <a:schemeClr val="lt1"/>
                </a:solidFill>
              </a:defRPr>
            </a:lvl6pPr>
            <a:lvl7pPr lvl="6" algn="l">
              <a:lnSpc>
                <a:spcPct val="100000"/>
              </a:lnSpc>
              <a:spcBef>
                <a:spcPts val="0"/>
              </a:spcBef>
              <a:spcAft>
                <a:spcPts val="0"/>
              </a:spcAft>
              <a:buClr>
                <a:schemeClr val="lt1"/>
              </a:buClr>
              <a:buSzPts val="4000"/>
              <a:buNone/>
              <a:defRPr sz="4000">
                <a:solidFill>
                  <a:schemeClr val="lt1"/>
                </a:solidFill>
              </a:defRPr>
            </a:lvl7pPr>
            <a:lvl8pPr lvl="7" algn="l">
              <a:lnSpc>
                <a:spcPct val="100000"/>
              </a:lnSpc>
              <a:spcBef>
                <a:spcPts val="0"/>
              </a:spcBef>
              <a:spcAft>
                <a:spcPts val="0"/>
              </a:spcAft>
              <a:buClr>
                <a:schemeClr val="lt1"/>
              </a:buClr>
              <a:buSzPts val="4000"/>
              <a:buNone/>
              <a:defRPr sz="4000">
                <a:solidFill>
                  <a:schemeClr val="lt1"/>
                </a:solidFill>
              </a:defRPr>
            </a:lvl8pPr>
            <a:lvl9pPr lvl="8" algn="l">
              <a:lnSpc>
                <a:spcPct val="100000"/>
              </a:lnSpc>
              <a:spcBef>
                <a:spcPts val="0"/>
              </a:spcBef>
              <a:spcAft>
                <a:spcPts val="0"/>
              </a:spcAft>
              <a:buClr>
                <a:schemeClr val="lt1"/>
              </a:buClr>
              <a:buSzPts val="4000"/>
              <a:buNone/>
              <a:defRPr sz="4000">
                <a:solidFill>
                  <a:schemeClr val="lt1"/>
                </a:solidFill>
              </a:defRPr>
            </a:lvl9pPr>
          </a:lstStyle>
          <a:p/>
        </p:txBody>
      </p:sp>
      <p:sp>
        <p:nvSpPr>
          <p:cNvPr id="11" name="Google Shape;11;p36"/>
          <p:cNvSpPr txBox="1"/>
          <p:nvPr>
            <p:ph idx="1" type="subTitle"/>
          </p:nvPr>
        </p:nvSpPr>
        <p:spPr>
          <a:xfrm>
            <a:off x="311700" y="1838650"/>
            <a:ext cx="64767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3F3F3"/>
              </a:buClr>
              <a:buSzPts val="2800"/>
              <a:buFont typeface="Proxima Nova"/>
              <a:buNone/>
              <a:defRPr sz="2800">
                <a:solidFill>
                  <a:srgbClr val="F3F3F3"/>
                </a:solidFill>
                <a:latin typeface="Proxima Nova"/>
                <a:ea typeface="Proxima Nova"/>
                <a:cs typeface="Proxima Nova"/>
                <a:sym typeface="Proxima Nova"/>
              </a:defRPr>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
        <p:nvSpPr>
          <p:cNvPr id="12" name="Google Shape;1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3" name="Google Shape;13;p36"/>
          <p:cNvCxnSpPr/>
          <p:nvPr/>
        </p:nvCxnSpPr>
        <p:spPr>
          <a:xfrm>
            <a:off x="395025" y="1831850"/>
            <a:ext cx="7344600" cy="0"/>
          </a:xfrm>
          <a:prstGeom prst="straightConnector1">
            <a:avLst/>
          </a:prstGeom>
          <a:noFill/>
          <a:ln cap="flat" cmpd="sng" w="9525">
            <a:solidFill>
              <a:schemeClr val="lt1"/>
            </a:solidFill>
            <a:prstDash val="solid"/>
            <a:round/>
            <a:headEnd len="sm" w="sm" type="none"/>
            <a:tailEnd len="sm" w="sm" type="none"/>
          </a:ln>
        </p:spPr>
      </p:cxnSp>
      <p:pic>
        <p:nvPicPr>
          <p:cNvPr descr="style3singlecolormid.png" id="14" name="Google Shape;14;p36"/>
          <p:cNvPicPr preferRelativeResize="0"/>
          <p:nvPr/>
        </p:nvPicPr>
        <p:blipFill rotWithShape="1">
          <a:blip r:embed="rId2">
            <a:alphaModFix/>
          </a:blip>
          <a:srcRect b="0" l="0" r="0" t="0"/>
          <a:stretch/>
        </p:blipFill>
        <p:spPr>
          <a:xfrm>
            <a:off x="395025" y="4094150"/>
            <a:ext cx="4813400" cy="962675"/>
          </a:xfrm>
          <a:prstGeom prst="rect">
            <a:avLst/>
          </a:prstGeom>
          <a:noFill/>
          <a:ln>
            <a:noFill/>
          </a:ln>
        </p:spPr>
      </p:pic>
      <p:pic>
        <p:nvPicPr>
          <p:cNvPr descr="strips_white.png" id="15" name="Google Shape;15;p36"/>
          <p:cNvPicPr preferRelativeResize="0"/>
          <p:nvPr/>
        </p:nvPicPr>
        <p:blipFill rotWithShape="1">
          <a:blip r:embed="rId3">
            <a:alphaModFix/>
          </a:blip>
          <a:srcRect b="0" l="0" r="0" t="0"/>
          <a:stretch/>
        </p:blipFill>
        <p:spPr>
          <a:xfrm>
            <a:off x="7038963" y="3524250"/>
            <a:ext cx="2105025" cy="1619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7"/>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800"/>
              <a:buFont typeface="Proxima Nova"/>
              <a:buNone/>
              <a:defRPr>
                <a:solidFill>
                  <a:srgbClr val="434343"/>
                </a:solidFill>
                <a:latin typeface="Proxima Nova"/>
                <a:ea typeface="Proxima Nova"/>
                <a:cs typeface="Proxima Nova"/>
                <a:sym typeface="Proxima Nova"/>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lgn="l">
              <a:lnSpc>
                <a:spcPct val="115000"/>
              </a:lnSpc>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19" name="Google Shape;1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20" name="Google Shape;20;p37"/>
          <p:cNvCxnSpPr/>
          <p:nvPr/>
        </p:nvCxnSpPr>
        <p:spPr>
          <a:xfrm>
            <a:off x="248725" y="848575"/>
            <a:ext cx="8602800" cy="0"/>
          </a:xfrm>
          <a:prstGeom prst="straightConnector1">
            <a:avLst/>
          </a:prstGeom>
          <a:noFill/>
          <a:ln cap="flat" cmpd="sng" w="9525">
            <a:solidFill>
              <a:srgbClr val="3EADA7"/>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 name="Shape 21"/>
        <p:cNvGrpSpPr/>
        <p:nvPr/>
      </p:nvGrpSpPr>
      <p:grpSpPr>
        <a:xfrm>
          <a:off x="0" y="0"/>
          <a:ext cx="0" cy="0"/>
          <a:chOff x="0" y="0"/>
          <a:chExt cx="0" cy="0"/>
        </a:xfrm>
      </p:grpSpPr>
      <p:sp>
        <p:nvSpPr>
          <p:cNvPr id="22" name="Google Shape;22;p38"/>
          <p:cNvSpPr txBox="1"/>
          <p:nvPr>
            <p:ph type="title"/>
          </p:nvPr>
        </p:nvSpPr>
        <p:spPr>
          <a:xfrm>
            <a:off x="311700" y="4032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Proxima Nova"/>
              <a:buNone/>
              <a:defRPr sz="2400">
                <a:latin typeface="Proxima Nova"/>
                <a:ea typeface="Proxima Nova"/>
                <a:cs typeface="Proxima Nova"/>
                <a:sym typeface="Proxima Nova"/>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 name="Google Shape;23;p3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Proxima Nova"/>
              <a:buChar char="●"/>
              <a:defRPr sz="1200">
                <a:latin typeface="Proxima Nova"/>
                <a:ea typeface="Proxima Nova"/>
                <a:cs typeface="Proxima Nova"/>
                <a:sym typeface="Proxima Nova"/>
              </a:defRPr>
            </a:lvl1pPr>
            <a:lvl2pPr indent="-304800" lvl="1" marL="9144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lgn="l">
              <a:lnSpc>
                <a:spcPct val="115000"/>
              </a:lnSpc>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lgn="l">
              <a:lnSpc>
                <a:spcPct val="115000"/>
              </a:lnSpc>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4" name="Google Shape;2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25" name="Google Shape;25;p38"/>
          <p:cNvCxnSpPr/>
          <p:nvPr/>
        </p:nvCxnSpPr>
        <p:spPr>
          <a:xfrm>
            <a:off x="292600" y="1331375"/>
            <a:ext cx="2823600" cy="29100"/>
          </a:xfrm>
          <a:prstGeom prst="straightConnector1">
            <a:avLst/>
          </a:prstGeom>
          <a:noFill/>
          <a:ln cap="flat" cmpd="sng" w="9525">
            <a:solidFill>
              <a:srgbClr val="3EADA7"/>
            </a:solidFill>
            <a:prstDash val="solid"/>
            <a:round/>
            <a:headEnd len="sm" w="sm" type="none"/>
            <a:tailEnd len="sm" w="sm" type="none"/>
          </a:ln>
        </p:spPr>
      </p:cxnSp>
      <p:sp>
        <p:nvSpPr>
          <p:cNvPr id="26" name="Google Shape;26;p38"/>
          <p:cNvSpPr/>
          <p:nvPr/>
        </p:nvSpPr>
        <p:spPr>
          <a:xfrm>
            <a:off x="3189425" y="0"/>
            <a:ext cx="5954700" cy="5143500"/>
          </a:xfrm>
          <a:prstGeom prst="rect">
            <a:avLst/>
          </a:prstGeom>
          <a:solidFill>
            <a:schemeClr val="lt2"/>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9" name="Google Shape;29;p39"/>
          <p:cNvPicPr preferRelativeResize="0"/>
          <p:nvPr/>
        </p:nvPicPr>
        <p:blipFill rotWithShape="1">
          <a:blip r:embed="rId2">
            <a:alphaModFix/>
          </a:blip>
          <a:srcRect b="0" l="0" r="0" t="0"/>
          <a:stretch/>
        </p:blipFill>
        <p:spPr>
          <a:xfrm>
            <a:off x="5005450" y="951000"/>
            <a:ext cx="3711525" cy="2783651"/>
          </a:xfrm>
          <a:prstGeom prst="rect">
            <a:avLst/>
          </a:prstGeom>
          <a:noFill/>
          <a:ln>
            <a:noFill/>
          </a:ln>
        </p:spPr>
      </p:pic>
      <p:cxnSp>
        <p:nvCxnSpPr>
          <p:cNvPr id="30" name="Google Shape;30;p39"/>
          <p:cNvCxnSpPr/>
          <p:nvPr/>
        </p:nvCxnSpPr>
        <p:spPr>
          <a:xfrm>
            <a:off x="4676250" y="386475"/>
            <a:ext cx="0" cy="4286700"/>
          </a:xfrm>
          <a:prstGeom prst="straightConnector1">
            <a:avLst/>
          </a:prstGeom>
          <a:noFill/>
          <a:ln cap="flat" cmpd="sng" w="9525">
            <a:solidFill>
              <a:srgbClr val="3EADA7"/>
            </a:solidFill>
            <a:prstDash val="solid"/>
            <a:round/>
            <a:headEnd len="sm" w="sm" type="none"/>
            <a:tailEnd len="sm" w="sm" type="none"/>
          </a:ln>
        </p:spPr>
      </p:cxnSp>
      <p:sp>
        <p:nvSpPr>
          <p:cNvPr id="31" name="Google Shape;31;p39"/>
          <p:cNvSpPr txBox="1"/>
          <p:nvPr>
            <p:ph type="title"/>
          </p:nvPr>
        </p:nvSpPr>
        <p:spPr>
          <a:xfrm>
            <a:off x="658375" y="1389900"/>
            <a:ext cx="3423600" cy="51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39"/>
          <p:cNvSpPr txBox="1"/>
          <p:nvPr>
            <p:ph idx="1" type="subTitle"/>
          </p:nvPr>
        </p:nvSpPr>
        <p:spPr>
          <a:xfrm>
            <a:off x="658425" y="2574950"/>
            <a:ext cx="3423600" cy="1785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 name="Shape 33"/>
        <p:cNvGrpSpPr/>
        <p:nvPr/>
      </p:nvGrpSpPr>
      <p:grpSpPr>
        <a:xfrm>
          <a:off x="0" y="0"/>
          <a:ext cx="0" cy="0"/>
          <a:chOff x="0" y="0"/>
          <a:chExt cx="0" cy="0"/>
        </a:xfrm>
      </p:grpSpPr>
      <p:sp>
        <p:nvSpPr>
          <p:cNvPr id="34" name="Google Shape;34;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35" name="Google Shape;3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40"/>
          <p:cNvSpPr/>
          <p:nvPr/>
        </p:nvSpPr>
        <p:spPr>
          <a:xfrm>
            <a:off x="-73150" y="5056825"/>
            <a:ext cx="9264000" cy="86400"/>
          </a:xfrm>
          <a:prstGeom prst="rect">
            <a:avLst/>
          </a:prstGeom>
          <a:solidFill>
            <a:srgbClr val="3EADA7"/>
          </a:solidFill>
          <a:ln cap="flat" cmpd="sng" w="9525">
            <a:solidFill>
              <a:srgbClr val="3EAD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41"/>
          <p:cNvSpPr txBox="1"/>
          <p:nvPr>
            <p:ph type="title"/>
          </p:nvPr>
        </p:nvSpPr>
        <p:spPr>
          <a:xfrm>
            <a:off x="311700" y="20362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Proxima Nova"/>
              <a:buNone/>
              <a:defRPr sz="3600">
                <a:latin typeface="Proxima Nova"/>
                <a:ea typeface="Proxima Nova"/>
                <a:cs typeface="Proxima Nova"/>
                <a:sym typeface="Proxima Nova"/>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 name="Google Shape;3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Light)">
  <p:cSld name="CUSTOM">
    <p:spTree>
      <p:nvGrpSpPr>
        <p:cNvPr id="40" name="Shape 40"/>
        <p:cNvGrpSpPr/>
        <p:nvPr/>
      </p:nvGrpSpPr>
      <p:grpSpPr>
        <a:xfrm>
          <a:off x="0" y="0"/>
          <a:ext cx="0" cy="0"/>
          <a:chOff x="0" y="0"/>
          <a:chExt cx="0" cy="0"/>
        </a:xfrm>
      </p:grpSpPr>
      <p:sp>
        <p:nvSpPr>
          <p:cNvPr id="41" name="Google Shape;41;p42"/>
          <p:cNvSpPr txBox="1"/>
          <p:nvPr>
            <p:ph type="title"/>
          </p:nvPr>
        </p:nvSpPr>
        <p:spPr>
          <a:xfrm>
            <a:off x="311700" y="1041825"/>
            <a:ext cx="8520600" cy="81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b="1" sz="3600">
                <a:latin typeface="Proxima Nova"/>
                <a:ea typeface="Proxima Nova"/>
                <a:cs typeface="Proxima Nova"/>
                <a:sym typeface="Proxima Nova"/>
              </a:defRPr>
            </a:lvl1pPr>
            <a:lvl2pPr lvl="1" algn="l">
              <a:lnSpc>
                <a:spcPct val="100000"/>
              </a:lnSpc>
              <a:spcBef>
                <a:spcPts val="0"/>
              </a:spcBef>
              <a:spcAft>
                <a:spcPts val="0"/>
              </a:spcAft>
              <a:buSzPts val="2800"/>
              <a:buNone/>
              <a:defRPr>
                <a:latin typeface="Proxima Nova"/>
                <a:ea typeface="Proxima Nova"/>
                <a:cs typeface="Proxima Nova"/>
                <a:sym typeface="Proxima Nova"/>
              </a:defRPr>
            </a:lvl2pPr>
            <a:lvl3pPr lvl="2" algn="l">
              <a:lnSpc>
                <a:spcPct val="100000"/>
              </a:lnSpc>
              <a:spcBef>
                <a:spcPts val="0"/>
              </a:spcBef>
              <a:spcAft>
                <a:spcPts val="0"/>
              </a:spcAft>
              <a:buSzPts val="2800"/>
              <a:buNone/>
              <a:defRPr>
                <a:latin typeface="Proxima Nova"/>
                <a:ea typeface="Proxima Nova"/>
                <a:cs typeface="Proxima Nova"/>
                <a:sym typeface="Proxima Nova"/>
              </a:defRPr>
            </a:lvl3pPr>
            <a:lvl4pPr lvl="3" algn="l">
              <a:lnSpc>
                <a:spcPct val="100000"/>
              </a:lnSpc>
              <a:spcBef>
                <a:spcPts val="0"/>
              </a:spcBef>
              <a:spcAft>
                <a:spcPts val="0"/>
              </a:spcAft>
              <a:buSzPts val="2800"/>
              <a:buNone/>
              <a:defRPr>
                <a:latin typeface="Proxima Nova"/>
                <a:ea typeface="Proxima Nova"/>
                <a:cs typeface="Proxima Nova"/>
                <a:sym typeface="Proxima Nova"/>
              </a:defRPr>
            </a:lvl4pPr>
            <a:lvl5pPr lvl="4" algn="l">
              <a:lnSpc>
                <a:spcPct val="100000"/>
              </a:lnSpc>
              <a:spcBef>
                <a:spcPts val="0"/>
              </a:spcBef>
              <a:spcAft>
                <a:spcPts val="0"/>
              </a:spcAft>
              <a:buSzPts val="2800"/>
              <a:buNone/>
              <a:defRPr>
                <a:latin typeface="Proxima Nova"/>
                <a:ea typeface="Proxima Nova"/>
                <a:cs typeface="Proxima Nova"/>
                <a:sym typeface="Proxima Nova"/>
              </a:defRPr>
            </a:lvl5pPr>
            <a:lvl6pPr lvl="5" algn="l">
              <a:lnSpc>
                <a:spcPct val="100000"/>
              </a:lnSpc>
              <a:spcBef>
                <a:spcPts val="0"/>
              </a:spcBef>
              <a:spcAft>
                <a:spcPts val="0"/>
              </a:spcAft>
              <a:buSzPts val="2800"/>
              <a:buNone/>
              <a:defRPr>
                <a:latin typeface="Proxima Nova"/>
                <a:ea typeface="Proxima Nova"/>
                <a:cs typeface="Proxima Nova"/>
                <a:sym typeface="Proxima Nova"/>
              </a:defRPr>
            </a:lvl6pPr>
            <a:lvl7pPr lvl="6" algn="l">
              <a:lnSpc>
                <a:spcPct val="100000"/>
              </a:lnSpc>
              <a:spcBef>
                <a:spcPts val="0"/>
              </a:spcBef>
              <a:spcAft>
                <a:spcPts val="0"/>
              </a:spcAft>
              <a:buSzPts val="2800"/>
              <a:buNone/>
              <a:defRPr>
                <a:latin typeface="Proxima Nova"/>
                <a:ea typeface="Proxima Nova"/>
                <a:cs typeface="Proxima Nova"/>
                <a:sym typeface="Proxima Nova"/>
              </a:defRPr>
            </a:lvl7pPr>
            <a:lvl8pPr lvl="7" algn="l">
              <a:lnSpc>
                <a:spcPct val="100000"/>
              </a:lnSpc>
              <a:spcBef>
                <a:spcPts val="0"/>
              </a:spcBef>
              <a:spcAft>
                <a:spcPts val="0"/>
              </a:spcAft>
              <a:buSzPts val="2800"/>
              <a:buNone/>
              <a:defRPr>
                <a:latin typeface="Proxima Nova"/>
                <a:ea typeface="Proxima Nova"/>
                <a:cs typeface="Proxima Nova"/>
                <a:sym typeface="Proxima Nova"/>
              </a:defRPr>
            </a:lvl8pPr>
            <a:lvl9pPr lvl="8" algn="l">
              <a:lnSpc>
                <a:spcPct val="100000"/>
              </a:lnSpc>
              <a:spcBef>
                <a:spcPts val="0"/>
              </a:spcBef>
              <a:spcAft>
                <a:spcPts val="0"/>
              </a:spcAft>
              <a:buSzPts val="2800"/>
              <a:buNone/>
              <a:defRPr>
                <a:latin typeface="Proxima Nova"/>
                <a:ea typeface="Proxima Nova"/>
                <a:cs typeface="Proxima Nova"/>
                <a:sym typeface="Proxima Nova"/>
              </a:defRPr>
            </a:lvl9pPr>
          </a:lstStyle>
          <a:p/>
        </p:txBody>
      </p:sp>
      <p:pic>
        <p:nvPicPr>
          <p:cNvPr descr="style3colormid.png" id="42" name="Google Shape;42;p42"/>
          <p:cNvPicPr preferRelativeResize="0"/>
          <p:nvPr/>
        </p:nvPicPr>
        <p:blipFill rotWithShape="1">
          <a:blip r:embed="rId2">
            <a:alphaModFix/>
          </a:blip>
          <a:srcRect b="0" l="0" r="0" t="0"/>
          <a:stretch/>
        </p:blipFill>
        <p:spPr>
          <a:xfrm>
            <a:off x="76200" y="4150625"/>
            <a:ext cx="4828025" cy="965600"/>
          </a:xfrm>
          <a:prstGeom prst="rect">
            <a:avLst/>
          </a:prstGeom>
          <a:noFill/>
          <a:ln>
            <a:noFill/>
          </a:ln>
        </p:spPr>
      </p:pic>
      <p:sp>
        <p:nvSpPr>
          <p:cNvPr id="43" name="Google Shape;43;p42"/>
          <p:cNvSpPr txBox="1"/>
          <p:nvPr>
            <p:ph idx="2" type="title"/>
          </p:nvPr>
        </p:nvSpPr>
        <p:spPr>
          <a:xfrm>
            <a:off x="311700" y="1841000"/>
            <a:ext cx="8520600" cy="81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2400">
                <a:latin typeface="Proxima Nova"/>
                <a:ea typeface="Proxima Nova"/>
                <a:cs typeface="Proxima Nova"/>
                <a:sym typeface="Proxima Nova"/>
              </a:defRPr>
            </a:lvl1pPr>
            <a:lvl2pPr lvl="1" algn="l">
              <a:lnSpc>
                <a:spcPct val="100000"/>
              </a:lnSpc>
              <a:spcBef>
                <a:spcPts val="0"/>
              </a:spcBef>
              <a:spcAft>
                <a:spcPts val="0"/>
              </a:spcAft>
              <a:buSzPts val="2800"/>
              <a:buNone/>
              <a:defRPr sz="2400">
                <a:latin typeface="Proxima Nova"/>
                <a:ea typeface="Proxima Nova"/>
                <a:cs typeface="Proxima Nova"/>
                <a:sym typeface="Proxima Nova"/>
              </a:defRPr>
            </a:lvl2pPr>
            <a:lvl3pPr lvl="2" algn="l">
              <a:lnSpc>
                <a:spcPct val="100000"/>
              </a:lnSpc>
              <a:spcBef>
                <a:spcPts val="0"/>
              </a:spcBef>
              <a:spcAft>
                <a:spcPts val="0"/>
              </a:spcAft>
              <a:buSzPts val="2800"/>
              <a:buNone/>
              <a:defRPr sz="2400">
                <a:latin typeface="Proxima Nova"/>
                <a:ea typeface="Proxima Nova"/>
                <a:cs typeface="Proxima Nova"/>
                <a:sym typeface="Proxima Nova"/>
              </a:defRPr>
            </a:lvl3pPr>
            <a:lvl4pPr lvl="3" algn="l">
              <a:lnSpc>
                <a:spcPct val="100000"/>
              </a:lnSpc>
              <a:spcBef>
                <a:spcPts val="0"/>
              </a:spcBef>
              <a:spcAft>
                <a:spcPts val="0"/>
              </a:spcAft>
              <a:buSzPts val="2800"/>
              <a:buNone/>
              <a:defRPr sz="2400">
                <a:latin typeface="Proxima Nova"/>
                <a:ea typeface="Proxima Nova"/>
                <a:cs typeface="Proxima Nova"/>
                <a:sym typeface="Proxima Nova"/>
              </a:defRPr>
            </a:lvl4pPr>
            <a:lvl5pPr lvl="4" algn="l">
              <a:lnSpc>
                <a:spcPct val="100000"/>
              </a:lnSpc>
              <a:spcBef>
                <a:spcPts val="0"/>
              </a:spcBef>
              <a:spcAft>
                <a:spcPts val="0"/>
              </a:spcAft>
              <a:buSzPts val="2800"/>
              <a:buNone/>
              <a:defRPr sz="2400">
                <a:latin typeface="Proxima Nova"/>
                <a:ea typeface="Proxima Nova"/>
                <a:cs typeface="Proxima Nova"/>
                <a:sym typeface="Proxima Nova"/>
              </a:defRPr>
            </a:lvl5pPr>
            <a:lvl6pPr lvl="5" algn="l">
              <a:lnSpc>
                <a:spcPct val="100000"/>
              </a:lnSpc>
              <a:spcBef>
                <a:spcPts val="0"/>
              </a:spcBef>
              <a:spcAft>
                <a:spcPts val="0"/>
              </a:spcAft>
              <a:buSzPts val="2800"/>
              <a:buNone/>
              <a:defRPr sz="2400">
                <a:latin typeface="Proxima Nova"/>
                <a:ea typeface="Proxima Nova"/>
                <a:cs typeface="Proxima Nova"/>
                <a:sym typeface="Proxima Nova"/>
              </a:defRPr>
            </a:lvl6pPr>
            <a:lvl7pPr lvl="6" algn="l">
              <a:lnSpc>
                <a:spcPct val="100000"/>
              </a:lnSpc>
              <a:spcBef>
                <a:spcPts val="0"/>
              </a:spcBef>
              <a:spcAft>
                <a:spcPts val="0"/>
              </a:spcAft>
              <a:buSzPts val="2800"/>
              <a:buNone/>
              <a:defRPr sz="2400">
                <a:latin typeface="Proxima Nova"/>
                <a:ea typeface="Proxima Nova"/>
                <a:cs typeface="Proxima Nova"/>
                <a:sym typeface="Proxima Nova"/>
              </a:defRPr>
            </a:lvl7pPr>
            <a:lvl8pPr lvl="7" algn="l">
              <a:lnSpc>
                <a:spcPct val="100000"/>
              </a:lnSpc>
              <a:spcBef>
                <a:spcPts val="0"/>
              </a:spcBef>
              <a:spcAft>
                <a:spcPts val="0"/>
              </a:spcAft>
              <a:buSzPts val="2800"/>
              <a:buNone/>
              <a:defRPr sz="2400">
                <a:latin typeface="Proxima Nova"/>
                <a:ea typeface="Proxima Nova"/>
                <a:cs typeface="Proxima Nova"/>
                <a:sym typeface="Proxima Nova"/>
              </a:defRPr>
            </a:lvl8pPr>
            <a:lvl9pPr lvl="8" algn="l">
              <a:lnSpc>
                <a:spcPct val="100000"/>
              </a:lnSpc>
              <a:spcBef>
                <a:spcPts val="0"/>
              </a:spcBef>
              <a:spcAft>
                <a:spcPts val="0"/>
              </a:spcAft>
              <a:buSzPts val="2800"/>
              <a:buNone/>
              <a:defRPr sz="2400">
                <a:latin typeface="Proxima Nova"/>
                <a:ea typeface="Proxima Nova"/>
                <a:cs typeface="Proxima Nova"/>
                <a:sym typeface="Proxima Nova"/>
              </a:defRPr>
            </a:lvl9pPr>
          </a:lstStyle>
          <a:p/>
        </p:txBody>
      </p:sp>
      <p:cxnSp>
        <p:nvCxnSpPr>
          <p:cNvPr id="44" name="Google Shape;44;p42"/>
          <p:cNvCxnSpPr/>
          <p:nvPr/>
        </p:nvCxnSpPr>
        <p:spPr>
          <a:xfrm>
            <a:off x="380400" y="1799550"/>
            <a:ext cx="7929600" cy="43800"/>
          </a:xfrm>
          <a:prstGeom prst="straightConnector1">
            <a:avLst/>
          </a:prstGeom>
          <a:noFill/>
          <a:ln cap="flat" cmpd="sng" w="9525">
            <a:solidFill>
              <a:srgbClr val="3EADA7"/>
            </a:solidFill>
            <a:prstDash val="solid"/>
            <a:round/>
            <a:headEnd len="sm" w="sm" type="none"/>
            <a:tailEnd len="sm" w="sm" type="none"/>
          </a:ln>
        </p:spPr>
      </p:cxnSp>
      <p:pic>
        <p:nvPicPr>
          <p:cNvPr descr="strips_color.png" id="45" name="Google Shape;45;p42"/>
          <p:cNvPicPr preferRelativeResize="0"/>
          <p:nvPr/>
        </p:nvPicPr>
        <p:blipFill rotWithShape="1">
          <a:blip r:embed="rId3">
            <a:alphaModFix/>
          </a:blip>
          <a:srcRect b="0" l="0" r="0" t="0"/>
          <a:stretch/>
        </p:blipFill>
        <p:spPr>
          <a:xfrm>
            <a:off x="7038963" y="3524250"/>
            <a:ext cx="2105025" cy="16192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43"/>
          <p:cNvSpPr txBox="1"/>
          <p:nvPr>
            <p:ph type="title"/>
          </p:nvPr>
        </p:nvSpPr>
        <p:spPr>
          <a:xfrm>
            <a:off x="311700" y="2164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Proxima Nova"/>
              <a:buNone/>
              <a:defRPr>
                <a:latin typeface="Proxima Nova"/>
                <a:ea typeface="Proxima Nova"/>
                <a:cs typeface="Proxima Nova"/>
                <a:sym typeface="Proxima Nova"/>
              </a:defRPr>
            </a:lvl1pPr>
            <a:lvl2pPr lvl="1"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2pPr>
            <a:lvl3pPr lvl="2"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3pPr>
            <a:lvl4pPr lvl="3"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4pPr>
            <a:lvl5pPr lvl="4"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5pPr>
            <a:lvl6pPr lvl="5"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6pPr>
            <a:lvl7pPr lvl="6"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7pPr>
            <a:lvl8pPr lvl="7"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8pPr>
            <a:lvl9pPr lvl="8" algn="l">
              <a:lnSpc>
                <a:spcPct val="100000"/>
              </a:lnSpc>
              <a:spcBef>
                <a:spcPts val="0"/>
              </a:spcBef>
              <a:spcAft>
                <a:spcPts val="0"/>
              </a:spcAft>
              <a:buSzPts val="2800"/>
              <a:buFont typeface="Quattrocento Sans"/>
              <a:buNone/>
              <a:defRPr>
                <a:latin typeface="Quattrocento Sans"/>
                <a:ea typeface="Quattrocento Sans"/>
                <a:cs typeface="Quattrocento Sans"/>
                <a:sym typeface="Quattrocento Sans"/>
              </a:defRPr>
            </a:lvl9pPr>
          </a:lstStyle>
          <a:p/>
        </p:txBody>
      </p:sp>
      <p:sp>
        <p:nvSpPr>
          <p:cNvPr id="48" name="Google Shape;4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49" name="Google Shape;49;p43"/>
          <p:cNvCxnSpPr/>
          <p:nvPr/>
        </p:nvCxnSpPr>
        <p:spPr>
          <a:xfrm flipH="1" rot="10800000">
            <a:off x="336500" y="848650"/>
            <a:ext cx="8412600" cy="43800"/>
          </a:xfrm>
          <a:prstGeom prst="straightConnector1">
            <a:avLst/>
          </a:prstGeom>
          <a:noFill/>
          <a:ln cap="flat" cmpd="sng" w="9525">
            <a:solidFill>
              <a:srgbClr val="3EADA7"/>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EADA7"/>
        </a:solidFill>
      </p:bgPr>
    </p:bg>
    <p:spTree>
      <p:nvGrpSpPr>
        <p:cNvPr id="50" name="Shape 50"/>
        <p:cNvGrpSpPr/>
        <p:nvPr/>
      </p:nvGrpSpPr>
      <p:grpSpPr>
        <a:xfrm>
          <a:off x="0" y="0"/>
          <a:ext cx="0" cy="0"/>
          <a:chOff x="0" y="0"/>
          <a:chExt cx="0" cy="0"/>
        </a:xfrm>
      </p:grpSpPr>
      <p:sp>
        <p:nvSpPr>
          <p:cNvPr id="51" name="Google Shape;51;p4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Font typeface="Proxima Nova"/>
              <a:buNone/>
              <a:defRPr b="1" sz="48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2pPr>
            <a:lvl3pPr lvl="2"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3pPr>
            <a:lvl4pPr lvl="3"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4pPr>
            <a:lvl5pPr lvl="4"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5pPr>
            <a:lvl6pPr lvl="5"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6pPr>
            <a:lvl7pPr lvl="6"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7pPr>
            <a:lvl8pPr lvl="7"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8pPr>
            <a:lvl9pPr lvl="8"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9pPr>
          </a:lstStyle>
          <a:p/>
        </p:txBody>
      </p:sp>
      <p:sp>
        <p:nvSpPr>
          <p:cNvPr id="52" name="Google Shape;5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bg>
      <p:bgPr>
        <a:solidFill>
          <a:srgbClr val="3EADA7"/>
        </a:solidFill>
      </p:bgPr>
    </p:bg>
    <p:spTree>
      <p:nvGrpSpPr>
        <p:cNvPr id="53" name="Shape 53"/>
        <p:cNvGrpSpPr/>
        <p:nvPr/>
      </p:nvGrpSpPr>
      <p:grpSpPr>
        <a:xfrm>
          <a:off x="0" y="0"/>
          <a:ext cx="0" cy="0"/>
          <a:chOff x="0" y="0"/>
          <a:chExt cx="0" cy="0"/>
        </a:xfrm>
      </p:grpSpPr>
      <p:sp>
        <p:nvSpPr>
          <p:cNvPr id="54" name="Google Shape;54;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Font typeface="Proxima Nova"/>
              <a:buNone/>
              <a:defRPr b="1" sz="48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2pPr>
            <a:lvl3pPr lvl="2"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3pPr>
            <a:lvl4pPr lvl="3"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4pPr>
            <a:lvl5pPr lvl="4"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5pPr>
            <a:lvl6pPr lvl="5"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6pPr>
            <a:lvl7pPr lvl="6"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7pPr>
            <a:lvl8pPr lvl="7"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8pPr>
            <a:lvl9pPr lvl="8" algn="l">
              <a:lnSpc>
                <a:spcPct val="100000"/>
              </a:lnSpc>
              <a:spcBef>
                <a:spcPts val="0"/>
              </a:spcBef>
              <a:spcAft>
                <a:spcPts val="0"/>
              </a:spcAft>
              <a:buSzPts val="4800"/>
              <a:buFont typeface="Proxima Nova"/>
              <a:buNone/>
              <a:defRPr sz="4800">
                <a:latin typeface="Proxima Nova"/>
                <a:ea typeface="Proxima Nova"/>
                <a:cs typeface="Proxima Nova"/>
                <a:sym typeface="Proxima Nova"/>
              </a:defRPr>
            </a:lvl9pPr>
          </a:lstStyle>
          <a:p/>
        </p:txBody>
      </p:sp>
      <p:sp>
        <p:nvSpPr>
          <p:cNvPr id="55" name="Google Shape;55;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strips_white.png" id="56" name="Google Shape;56;p45"/>
          <p:cNvPicPr preferRelativeResize="0"/>
          <p:nvPr/>
        </p:nvPicPr>
        <p:blipFill rotWithShape="1">
          <a:blip r:embed="rId2">
            <a:alphaModFix/>
          </a:blip>
          <a:srcRect b="0" l="0" r="0" t="0"/>
          <a:stretch/>
        </p:blipFill>
        <p:spPr>
          <a:xfrm>
            <a:off x="7038963" y="3524250"/>
            <a:ext cx="2105025" cy="16192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 name="Shape 57"/>
        <p:cNvGrpSpPr/>
        <p:nvPr/>
      </p:nvGrpSpPr>
      <p:grpSpPr>
        <a:xfrm>
          <a:off x="0" y="0"/>
          <a:ext cx="0" cy="0"/>
          <a:chOff x="0" y="0"/>
          <a:chExt cx="0" cy="0"/>
        </a:xfrm>
      </p:grpSpPr>
      <p:sp>
        <p:nvSpPr>
          <p:cNvPr id="58" name="Google Shape;58;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Font typeface="Proxima Nova"/>
              <a:buNone/>
              <a:defRPr sz="4200">
                <a:latin typeface="Proxima Nova"/>
                <a:ea typeface="Proxima Nova"/>
                <a:cs typeface="Proxima Nova"/>
                <a:sym typeface="Proxima Nova"/>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0" name="Google Shape;60;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Proxima Nova"/>
              <a:buNone/>
              <a:defRPr sz="2100">
                <a:latin typeface="Proxima Nova"/>
                <a:ea typeface="Proxima Nova"/>
                <a:cs typeface="Proxima Nova"/>
                <a:sym typeface="Proxima Nova"/>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1" name="Google Shape;61;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lgn="l">
              <a:lnSpc>
                <a:spcPct val="115000"/>
              </a:lnSpc>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lgn="l">
              <a:lnSpc>
                <a:spcPct val="115000"/>
              </a:lnSpc>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62" name="Google Shape;6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46"/>
          <p:cNvSpPr/>
          <p:nvPr/>
        </p:nvSpPr>
        <p:spPr>
          <a:xfrm>
            <a:off x="4433000" y="-125"/>
            <a:ext cx="234000" cy="5143500"/>
          </a:xfrm>
          <a:prstGeom prst="rect">
            <a:avLst/>
          </a:prstGeom>
          <a:solidFill>
            <a:srgbClr val="3EAD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4" name="Google Shape;64;p46"/>
          <p:cNvCxnSpPr/>
          <p:nvPr/>
        </p:nvCxnSpPr>
        <p:spPr>
          <a:xfrm flipH="1" rot="10800000">
            <a:off x="1638600" y="2691925"/>
            <a:ext cx="1302000" cy="14700"/>
          </a:xfrm>
          <a:prstGeom prst="straightConnector1">
            <a:avLst/>
          </a:prstGeom>
          <a:noFill/>
          <a:ln cap="flat" cmpd="sng" w="9525">
            <a:solidFill>
              <a:srgbClr val="3EADA7"/>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_1">
    <p:spTree>
      <p:nvGrpSpPr>
        <p:cNvPr id="65" name="Shape 65"/>
        <p:cNvGrpSpPr/>
        <p:nvPr/>
      </p:nvGrpSpPr>
      <p:grpSpPr>
        <a:xfrm>
          <a:off x="0" y="0"/>
          <a:ext cx="0" cy="0"/>
          <a:chOff x="0" y="0"/>
          <a:chExt cx="0" cy="0"/>
        </a:xfrm>
      </p:grpSpPr>
      <p:sp>
        <p:nvSpPr>
          <p:cNvPr id="66" name="Google Shape;66;p47"/>
          <p:cNvSpPr/>
          <p:nvPr/>
        </p:nvSpPr>
        <p:spPr>
          <a:xfrm>
            <a:off x="0" y="3891675"/>
            <a:ext cx="9144000" cy="1251900"/>
          </a:xfrm>
          <a:prstGeom prst="rect">
            <a:avLst/>
          </a:prstGeom>
          <a:solidFill>
            <a:srgbClr val="3EAD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F3F3F3"/>
              </a:buClr>
              <a:buSzPts val="1800"/>
              <a:buNone/>
              <a:defRPr>
                <a:solidFill>
                  <a:srgbClr val="F3F3F3"/>
                </a:solidFill>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lgn="ctr">
              <a:lnSpc>
                <a:spcPct val="115000"/>
              </a:lnSpc>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lgn="ctr">
              <a:lnSpc>
                <a:spcPct val="115000"/>
              </a:lnSpc>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71" name="Google Shape;71;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48"/>
          <p:cNvSpPr/>
          <p:nvPr/>
        </p:nvSpPr>
        <p:spPr>
          <a:xfrm>
            <a:off x="100" y="0"/>
            <a:ext cx="9144000" cy="87600"/>
          </a:xfrm>
          <a:prstGeom prst="rect">
            <a:avLst/>
          </a:prstGeom>
          <a:solidFill>
            <a:srgbClr val="3EAD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48"/>
          <p:cNvSpPr txBox="1"/>
          <p:nvPr/>
        </p:nvSpPr>
        <p:spPr>
          <a:xfrm>
            <a:off x="1155800" y="1097275"/>
            <a:ext cx="6774000" cy="205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0"/>
              <a:buFont typeface="Arial"/>
              <a:buNone/>
            </a:pPr>
            <a:r>
              <a:rPr b="1" i="0" lang="en" sz="12000" u="none" cap="none" strike="noStrike">
                <a:solidFill>
                  <a:srgbClr val="000000"/>
                </a:solidFill>
                <a:latin typeface="Oi"/>
                <a:ea typeface="Oi"/>
                <a:cs typeface="Oi"/>
                <a:sym typeface="Oi"/>
              </a:rPr>
              <a:t>xx%</a:t>
            </a:r>
            <a:endParaRPr b="1" i="0" sz="12000" u="none" cap="none" strike="noStrike">
              <a:solidFill>
                <a:srgbClr val="000000"/>
              </a:solidFill>
              <a:latin typeface="Oi"/>
              <a:ea typeface="Oi"/>
              <a:cs typeface="Oi"/>
              <a:sym typeface="O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160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1600"/>
              </a:spcBef>
              <a:spcAft>
                <a:spcPts val="160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geeksforgeeks.org/cd-command-in-linux-with-examples/" TargetMode="External"/><Relationship Id="rId4" Type="http://schemas.openxmlformats.org/officeDocument/2006/relationships/hyperlink" Target="https://man7.org/linux/man-pages/man1/cd.1p.html" TargetMode="External"/><Relationship Id="rId5" Type="http://schemas.openxmlformats.org/officeDocument/2006/relationships/hyperlink" Target="https://man7.org/linux/man-pages/man2/chdir.2.html" TargetMode="External"/><Relationship Id="rId6" Type="http://schemas.openxmlformats.org/officeDocument/2006/relationships/hyperlink" Target="https://www.geeksforgeeks.org/chdir-in-c-language-with-examples/" TargetMode="External"/><Relationship Id="rId7"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geeksforgeeks.org/history-command-in-linux-with-examples/" TargetMode="External"/><Relationship Id="rId4" Type="http://schemas.openxmlformats.org/officeDocument/2006/relationships/hyperlink" Target="https://man7.org/linux/man-pages/man3/history.3.html" TargetMode="External"/><Relationship Id="rId5" Type="http://schemas.openxmlformats.org/officeDocument/2006/relationships/image" Target="../media/image23.png"/><Relationship Id="rId6"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geeksforgeeks.org/read-command-in-linux-with-examples/" TargetMode="External"/><Relationship Id="rId4" Type="http://schemas.openxmlformats.org/officeDocument/2006/relationships/hyperlink" Target="https://man7.org/linux/man-pages/man2/read.2.html" TargetMode="External"/><Relationship Id="rId5"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geeksforgeeks.org/cat-command-in-linux-with-examples/" TargetMode="External"/><Relationship Id="rId4" Type="http://schemas.openxmlformats.org/officeDocument/2006/relationships/hyperlink" Target="https://man7.org/linux/man-pages/man1/cat.1.html" TargetMode="External"/><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www.geeksforgeeks.org/mkdir-command-in-linux-with-examples/" TargetMode="External"/><Relationship Id="rId4" Type="http://schemas.openxmlformats.org/officeDocument/2006/relationships/hyperlink" Target="https://man7.org/linux/man-pages/man1/mkdir.1.html" TargetMode="External"/><Relationship Id="rId5" Type="http://schemas.openxmlformats.org/officeDocument/2006/relationships/hyperlink" Target="https://man7.org/linux/man-pages/man2/mkdir.2.html" TargetMode="External"/><Relationship Id="rId6" Type="http://schemas.openxmlformats.org/officeDocument/2006/relationships/hyperlink" Target="https://man7.org/linux/man-pages/man3/opendir.3.html" TargetMode="External"/><Relationship Id="rId7" Type="http://schemas.openxmlformats.org/officeDocument/2006/relationships/image" Target="../media/image26.png"/><Relationship Id="rId8"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geeksforgeeks.org/mv-command-linux-examples/" TargetMode="External"/><Relationship Id="rId4" Type="http://schemas.openxmlformats.org/officeDocument/2006/relationships/hyperlink" Target="https://man7.org/linux/man-pages/man1/mv.1.html" TargetMode="External"/><Relationship Id="rId5"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geeksforgeeks.org/date-command-linux-examples/" TargetMode="External"/><Relationship Id="rId4" Type="http://schemas.openxmlformats.org/officeDocument/2006/relationships/hyperlink" Target="https://man7.org/linux/man-pages/man1/date.1.html" TargetMode="External"/><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
          <p:cNvSpPr txBox="1"/>
          <p:nvPr>
            <p:ph type="ctrTitle"/>
          </p:nvPr>
        </p:nvSpPr>
        <p:spPr>
          <a:xfrm>
            <a:off x="311700" y="965800"/>
            <a:ext cx="7705800" cy="79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000"/>
              <a:buNone/>
            </a:pPr>
            <a:r>
              <a:rPr lang="en"/>
              <a:t>Running a C program</a:t>
            </a:r>
            <a:endParaRPr/>
          </a:p>
        </p:txBody>
      </p:sp>
      <p:sp>
        <p:nvSpPr>
          <p:cNvPr id="79" name="Google Shape;79;p1"/>
          <p:cNvSpPr txBox="1"/>
          <p:nvPr>
            <p:ph idx="1" type="subTitle"/>
          </p:nvPr>
        </p:nvSpPr>
        <p:spPr>
          <a:xfrm>
            <a:off x="311700" y="1838650"/>
            <a:ext cx="64767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&amp; A basic intro to makefile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Couple of things to keep in mind</a:t>
            </a:r>
            <a:endParaRPr/>
          </a:p>
        </p:txBody>
      </p:sp>
      <p:sp>
        <p:nvSpPr>
          <p:cNvPr id="85" name="Google Shape;85;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You should have you C/C++ compilers installed on your computer.</a:t>
            </a:r>
            <a:endParaRPr/>
          </a:p>
          <a:p>
            <a:pPr indent="-342900" lvl="0" marL="457200" rtl="0" algn="l">
              <a:lnSpc>
                <a:spcPct val="115000"/>
              </a:lnSpc>
              <a:spcBef>
                <a:spcPts val="0"/>
              </a:spcBef>
              <a:spcAft>
                <a:spcPts val="0"/>
              </a:spcAft>
              <a:buSzPts val="1800"/>
              <a:buChar char="●"/>
            </a:pPr>
            <a:r>
              <a:rPr lang="en"/>
              <a:t>Consider setting up WSL on VS Code if you haven’t already installed a linux distribution (virtual/ maybe not).</a:t>
            </a:r>
            <a:endParaRPr/>
          </a:p>
          <a:p>
            <a:pPr indent="-342900" lvl="0" marL="457200" rtl="0" algn="l">
              <a:lnSpc>
                <a:spcPct val="115000"/>
              </a:lnSpc>
              <a:spcBef>
                <a:spcPts val="0"/>
              </a:spcBef>
              <a:spcAft>
                <a:spcPts val="0"/>
              </a:spcAft>
              <a:buSzPts val="1800"/>
              <a:buChar char="●"/>
            </a:pPr>
            <a:r>
              <a:rPr lang="en"/>
              <a:t>You can follow any sort of youtube tutorials to have these set up. Pretty easy stuff.</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Compilation and Execution of Code in C</a:t>
            </a:r>
            <a:endParaRPr/>
          </a:p>
        </p:txBody>
      </p:sp>
      <p:sp>
        <p:nvSpPr>
          <p:cNvPr id="91" name="Google Shape;9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The first thing you do when running any piece of code in any language is Compiling said code. Compilation of a code is checking for syntax errors, type checking, semantic analysis etc, i.e, checking whether the code is written properly or not and then generating an executable file.</a:t>
            </a:r>
            <a:endParaRPr/>
          </a:p>
          <a:p>
            <a:pPr indent="-342900" lvl="0" marL="457200" rtl="0" algn="l">
              <a:lnSpc>
                <a:spcPct val="115000"/>
              </a:lnSpc>
              <a:spcBef>
                <a:spcPts val="0"/>
              </a:spcBef>
              <a:spcAft>
                <a:spcPts val="0"/>
              </a:spcAft>
              <a:buSzPts val="1800"/>
              <a:buChar char="●"/>
            </a:pPr>
            <a:r>
              <a:rPr lang="en"/>
              <a:t>The executable file is a translation of human readable code into machine readable binary form. Whenever you’re running any piece of code, the computer can only run the generated executable.</a:t>
            </a:r>
            <a:endParaRPr/>
          </a:p>
          <a:p>
            <a:pPr indent="-342900" lvl="0" marL="457200" rtl="0" algn="l">
              <a:lnSpc>
                <a:spcPct val="115000"/>
              </a:lnSpc>
              <a:spcBef>
                <a:spcPts val="0"/>
              </a:spcBef>
              <a:spcAft>
                <a:spcPts val="0"/>
              </a:spcAft>
              <a:buSzPts val="1800"/>
              <a:buChar char="●"/>
            </a:pPr>
            <a:r>
              <a:rPr lang="en"/>
              <a:t>Moving on to actual implementation.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4"/>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Running a C program</a:t>
            </a:r>
            <a:endParaRPr/>
          </a:p>
        </p:txBody>
      </p:sp>
      <p:sp>
        <p:nvSpPr>
          <p:cNvPr id="97" name="Google Shape;97;p4"/>
          <p:cNvSpPr txBox="1"/>
          <p:nvPr>
            <p:ph idx="1" type="body"/>
          </p:nvPr>
        </p:nvSpPr>
        <p:spPr>
          <a:xfrm>
            <a:off x="289825" y="864350"/>
            <a:ext cx="8520600" cy="3931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Normally, when you’re done writing a program, you simply click on some sort of a run button and everything else happens on its own. Here, when you’re working on shell and kernel computing, you won’t be writing codes on IDEs but on simple text editors which will not give you this luxury.</a:t>
            </a:r>
            <a:endParaRPr/>
          </a:p>
          <a:p>
            <a:pPr indent="-342900" lvl="0" marL="457200" rtl="0" algn="l">
              <a:lnSpc>
                <a:spcPct val="115000"/>
              </a:lnSpc>
              <a:spcBef>
                <a:spcPts val="0"/>
              </a:spcBef>
              <a:spcAft>
                <a:spcPts val="0"/>
              </a:spcAft>
              <a:buSzPts val="1800"/>
              <a:buChar char="●"/>
            </a:pPr>
            <a:r>
              <a:rPr lang="en"/>
              <a:t>Assuming you have your program written and you have installed a C/C++ compiler on your computer, you navigate to the folder containing your program on the terminal and write the following.</a:t>
            </a:r>
            <a:endParaRPr/>
          </a:p>
          <a:p>
            <a:pPr indent="-342900" lvl="0" marL="457200" rtl="0" algn="l">
              <a:lnSpc>
                <a:spcPct val="115000"/>
              </a:lnSpc>
              <a:spcBef>
                <a:spcPts val="0"/>
              </a:spcBef>
              <a:spcAft>
                <a:spcPts val="0"/>
              </a:spcAft>
              <a:buSzPts val="1800"/>
              <a:buChar char="●"/>
            </a:pPr>
            <a:r>
              <a:rPr b="1" lang="en"/>
              <a:t>gcc program_name.c -o executable_name</a:t>
            </a:r>
            <a:endParaRPr b="1"/>
          </a:p>
          <a:p>
            <a:pPr indent="-342900" lvl="0" marL="457200" rtl="0" algn="l">
              <a:lnSpc>
                <a:spcPct val="115000"/>
              </a:lnSpc>
              <a:spcBef>
                <a:spcPts val="0"/>
              </a:spcBef>
              <a:spcAft>
                <a:spcPts val="0"/>
              </a:spcAft>
              <a:buSzPts val="1800"/>
              <a:buChar char="●"/>
            </a:pPr>
            <a:r>
              <a:rPr lang="en"/>
              <a:t>Be careful of your path variables, if you want to use a file in some other folder you’ll have to call it by its complete or relative path and the executable is formed in the same folder.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Compiling and Execution</a:t>
            </a:r>
            <a:endParaRPr/>
          </a:p>
        </p:txBody>
      </p:sp>
      <p:sp>
        <p:nvSpPr>
          <p:cNvPr id="103" name="Google Shape;10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An Example</a:t>
            </a:r>
            <a:endParaRPr/>
          </a:p>
          <a:p>
            <a:pPr indent="0" lvl="0" marL="0" rtl="0" algn="l">
              <a:lnSpc>
                <a:spcPct val="115000"/>
              </a:lnSpc>
              <a:spcBef>
                <a:spcPts val="0"/>
              </a:spcBef>
              <a:spcAft>
                <a:spcPts val="0"/>
              </a:spcAft>
              <a:buSzPts val="1800"/>
              <a:buNone/>
            </a:pPr>
            <a:r>
              <a:t/>
            </a:r>
            <a:endParaRPr/>
          </a:p>
        </p:txBody>
      </p:sp>
      <p:pic>
        <p:nvPicPr>
          <p:cNvPr id="104" name="Google Shape;104;p5"/>
          <p:cNvPicPr preferRelativeResize="0"/>
          <p:nvPr/>
        </p:nvPicPr>
        <p:blipFill rotWithShape="1">
          <a:blip r:embed="rId3">
            <a:alphaModFix/>
          </a:blip>
          <a:srcRect b="0" l="0" r="0" t="0"/>
          <a:stretch/>
        </p:blipFill>
        <p:spPr>
          <a:xfrm>
            <a:off x="311688" y="1152463"/>
            <a:ext cx="4010025" cy="2238375"/>
          </a:xfrm>
          <a:prstGeom prst="rect">
            <a:avLst/>
          </a:prstGeom>
          <a:noFill/>
          <a:ln>
            <a:noFill/>
          </a:ln>
        </p:spPr>
      </p:pic>
      <p:pic>
        <p:nvPicPr>
          <p:cNvPr id="105" name="Google Shape;105;p5"/>
          <p:cNvPicPr preferRelativeResize="0"/>
          <p:nvPr/>
        </p:nvPicPr>
        <p:blipFill rotWithShape="1">
          <a:blip r:embed="rId4">
            <a:alphaModFix/>
          </a:blip>
          <a:srcRect b="0" l="-1010" r="1010" t="0"/>
          <a:stretch/>
        </p:blipFill>
        <p:spPr>
          <a:xfrm>
            <a:off x="3543088" y="2742475"/>
            <a:ext cx="5267325" cy="2190750"/>
          </a:xfrm>
          <a:prstGeom prst="rect">
            <a:avLst/>
          </a:prstGeom>
          <a:noFill/>
          <a:ln>
            <a:noFill/>
          </a:ln>
        </p:spPr>
      </p:pic>
      <p:sp>
        <p:nvSpPr>
          <p:cNvPr id="106" name="Google Shape;106;p5"/>
          <p:cNvSpPr txBox="1"/>
          <p:nvPr>
            <p:ph type="title"/>
          </p:nvPr>
        </p:nvSpPr>
        <p:spPr>
          <a:xfrm>
            <a:off x="5137500" y="1399675"/>
            <a:ext cx="292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 Example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type="title"/>
          </p:nvPr>
        </p:nvSpPr>
        <p:spPr>
          <a:xfrm>
            <a:off x="279150" y="2815925"/>
            <a:ext cx="292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Passing arguments on to the executable</a:t>
            </a:r>
            <a:endParaRPr/>
          </a:p>
        </p:txBody>
      </p:sp>
      <p:pic>
        <p:nvPicPr>
          <p:cNvPr id="112" name="Google Shape;112;p6"/>
          <p:cNvPicPr preferRelativeResize="0"/>
          <p:nvPr/>
        </p:nvPicPr>
        <p:blipFill rotWithShape="1">
          <a:blip r:embed="rId3">
            <a:alphaModFix/>
          </a:blip>
          <a:srcRect b="0" l="0" r="0" t="0"/>
          <a:stretch/>
        </p:blipFill>
        <p:spPr>
          <a:xfrm>
            <a:off x="-2" y="0"/>
            <a:ext cx="5369725" cy="2444500"/>
          </a:xfrm>
          <a:prstGeom prst="rect">
            <a:avLst/>
          </a:prstGeom>
          <a:noFill/>
          <a:ln>
            <a:noFill/>
          </a:ln>
        </p:spPr>
      </p:pic>
      <p:pic>
        <p:nvPicPr>
          <p:cNvPr id="113" name="Google Shape;113;p6"/>
          <p:cNvPicPr preferRelativeResize="0"/>
          <p:nvPr/>
        </p:nvPicPr>
        <p:blipFill rotWithShape="1">
          <a:blip r:embed="rId4">
            <a:alphaModFix/>
          </a:blip>
          <a:srcRect b="0" l="0" r="0" t="0"/>
          <a:stretch/>
        </p:blipFill>
        <p:spPr>
          <a:xfrm>
            <a:off x="3371850" y="2095500"/>
            <a:ext cx="5772150" cy="3048000"/>
          </a:xfrm>
          <a:prstGeom prst="rect">
            <a:avLst/>
          </a:prstGeom>
          <a:noFill/>
          <a:ln>
            <a:noFill/>
          </a:ln>
        </p:spPr>
      </p:pic>
      <p:sp>
        <p:nvSpPr>
          <p:cNvPr id="114" name="Google Shape;114;p6"/>
          <p:cNvSpPr txBox="1"/>
          <p:nvPr>
            <p:ph type="title"/>
          </p:nvPr>
        </p:nvSpPr>
        <p:spPr>
          <a:xfrm>
            <a:off x="5713750" y="1111550"/>
            <a:ext cx="292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Another One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577950" y="3232100"/>
            <a:ext cx="292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Passing arguments on to the executable</a:t>
            </a:r>
            <a:endParaRPr/>
          </a:p>
        </p:txBody>
      </p:sp>
      <p:sp>
        <p:nvSpPr>
          <p:cNvPr id="120" name="Google Shape;120;p7"/>
          <p:cNvSpPr txBox="1"/>
          <p:nvPr>
            <p:ph type="title"/>
          </p:nvPr>
        </p:nvSpPr>
        <p:spPr>
          <a:xfrm>
            <a:off x="5937850" y="1506400"/>
            <a:ext cx="2924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Another One</a:t>
            </a:r>
            <a:endParaRPr/>
          </a:p>
        </p:txBody>
      </p:sp>
      <p:pic>
        <p:nvPicPr>
          <p:cNvPr id="121" name="Google Shape;121;p7"/>
          <p:cNvPicPr preferRelativeResize="0"/>
          <p:nvPr/>
        </p:nvPicPr>
        <p:blipFill rotWithShape="1">
          <a:blip r:embed="rId3">
            <a:alphaModFix/>
          </a:blip>
          <a:srcRect b="0" l="0" r="0" t="0"/>
          <a:stretch/>
        </p:blipFill>
        <p:spPr>
          <a:xfrm>
            <a:off x="0" y="0"/>
            <a:ext cx="5635651" cy="2932899"/>
          </a:xfrm>
          <a:prstGeom prst="rect">
            <a:avLst/>
          </a:prstGeom>
          <a:noFill/>
          <a:ln>
            <a:noFill/>
          </a:ln>
        </p:spPr>
      </p:pic>
      <p:pic>
        <p:nvPicPr>
          <p:cNvPr id="122" name="Google Shape;122;p7"/>
          <p:cNvPicPr preferRelativeResize="0"/>
          <p:nvPr/>
        </p:nvPicPr>
        <p:blipFill rotWithShape="1">
          <a:blip r:embed="rId4">
            <a:alphaModFix/>
          </a:blip>
          <a:srcRect b="0" l="0" r="0" t="0"/>
          <a:stretch/>
        </p:blipFill>
        <p:spPr>
          <a:xfrm>
            <a:off x="3502350" y="2920443"/>
            <a:ext cx="5635650" cy="22230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 is a Makefile</a:t>
            </a:r>
            <a:endParaRPr/>
          </a:p>
        </p:txBody>
      </p:sp>
      <p:sp>
        <p:nvSpPr>
          <p:cNvPr id="128" name="Google Shape;128;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When you’ll be working on assignments and projects you will be creating multiple programs at once that may be working in tandem with each other.</a:t>
            </a:r>
            <a:endParaRPr/>
          </a:p>
          <a:p>
            <a:pPr indent="-342900" lvl="0" marL="457200" rtl="0" algn="l">
              <a:lnSpc>
                <a:spcPct val="115000"/>
              </a:lnSpc>
              <a:spcBef>
                <a:spcPts val="0"/>
              </a:spcBef>
              <a:spcAft>
                <a:spcPts val="0"/>
              </a:spcAft>
              <a:buSzPts val="1800"/>
              <a:buChar char="●"/>
            </a:pPr>
            <a:r>
              <a:rPr lang="en"/>
              <a:t>In your case, you’d probably create a 5-10 programs at a time but for bigger projects like the linux kernel itself, there are at least a thousand files for specific tasks or objectives.</a:t>
            </a:r>
            <a:endParaRPr/>
          </a:p>
          <a:p>
            <a:pPr indent="-342900" lvl="0" marL="457200" rtl="0" algn="l">
              <a:lnSpc>
                <a:spcPct val="115000"/>
              </a:lnSpc>
              <a:spcBef>
                <a:spcPts val="0"/>
              </a:spcBef>
              <a:spcAft>
                <a:spcPts val="0"/>
              </a:spcAft>
              <a:buSzPts val="1800"/>
              <a:buChar char="●"/>
            </a:pPr>
            <a:r>
              <a:rPr lang="en"/>
              <a:t>In such a case you won’t be going around compiling each and every program individually and would want to find some sort of a solution that does this in one step.</a:t>
            </a:r>
            <a:endParaRPr/>
          </a:p>
          <a:p>
            <a:pPr indent="-342900" lvl="0" marL="457200" rtl="0" algn="l">
              <a:lnSpc>
                <a:spcPct val="115000"/>
              </a:lnSpc>
              <a:spcBef>
                <a:spcPts val="0"/>
              </a:spcBef>
              <a:spcAft>
                <a:spcPts val="0"/>
              </a:spcAft>
              <a:buSzPts val="1800"/>
              <a:buChar char="●"/>
            </a:pPr>
            <a:r>
              <a:rPr lang="en"/>
              <a:t>That is where the makefile comes in.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 is a Makefile</a:t>
            </a:r>
            <a:endParaRPr/>
          </a:p>
        </p:txBody>
      </p:sp>
      <p:sp>
        <p:nvSpPr>
          <p:cNvPr id="134" name="Google Shape;134;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Makefile is a simple text file used in software development to automate the process of compiling and building a program or project. It contains a set of rules and instructions that specify how source code files should be compiled, linked, and transformed into executable programs or libraries. Makefiles are commonly used in Unix-like operating systems to manage complex build processes and dependencies, making it easier for developers to maintain and update their projects.</a:t>
            </a:r>
            <a:endParaRPr/>
          </a:p>
          <a:p>
            <a:pPr indent="-342900" lvl="0" marL="457200" rtl="0" algn="l">
              <a:lnSpc>
                <a:spcPct val="115000"/>
              </a:lnSpc>
              <a:spcBef>
                <a:spcPts val="0"/>
              </a:spcBef>
              <a:spcAft>
                <a:spcPts val="0"/>
              </a:spcAft>
              <a:buSzPts val="1800"/>
              <a:buChar char="●"/>
            </a:pPr>
            <a:r>
              <a:rPr lang="en"/>
              <a:t>In a crude sense, you write all of your compilation commands in one file and run it every time you make edits in however many files in your project. It only re-compiles the newly edited ones.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Example of a Makefile</a:t>
            </a:r>
            <a:endParaRPr/>
          </a:p>
          <a:p>
            <a:pPr indent="0" lvl="0" marL="0" rtl="0" algn="l">
              <a:lnSpc>
                <a:spcPct val="100000"/>
              </a:lnSpc>
              <a:spcBef>
                <a:spcPts val="0"/>
              </a:spcBef>
              <a:spcAft>
                <a:spcPts val="0"/>
              </a:spcAft>
              <a:buSzPts val="2800"/>
              <a:buNone/>
            </a:pPr>
            <a:r>
              <a:t/>
            </a:r>
            <a:endParaRPr/>
          </a:p>
        </p:txBody>
      </p:sp>
      <p:sp>
        <p:nvSpPr>
          <p:cNvPr id="140" name="Google Shape;140;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This is a simple implementation.</a:t>
            </a:r>
            <a:endParaRPr/>
          </a:p>
          <a:p>
            <a:pPr indent="-342900" lvl="0" marL="457200" rtl="0" algn="l">
              <a:lnSpc>
                <a:spcPct val="115000"/>
              </a:lnSpc>
              <a:spcBef>
                <a:spcPts val="0"/>
              </a:spcBef>
              <a:spcAft>
                <a:spcPts val="0"/>
              </a:spcAft>
              <a:buSzPts val="1800"/>
              <a:buChar char="●"/>
            </a:pPr>
            <a:r>
              <a:rPr lang="en"/>
              <a:t>The top contains all executables to be produced.</a:t>
            </a:r>
            <a:endParaRPr/>
          </a:p>
          <a:p>
            <a:pPr indent="-342900" lvl="0" marL="457200" rtl="0" algn="l">
              <a:lnSpc>
                <a:spcPct val="115000"/>
              </a:lnSpc>
              <a:spcBef>
                <a:spcPts val="0"/>
              </a:spcBef>
              <a:spcAft>
                <a:spcPts val="0"/>
              </a:spcAft>
              <a:buSzPts val="1800"/>
              <a:buChar char="●"/>
            </a:pPr>
            <a:r>
              <a:rPr lang="en"/>
              <a:t>The way you read it is:</a:t>
            </a:r>
            <a:endParaRPr/>
          </a:p>
          <a:p>
            <a:pPr indent="-317500" lvl="1" marL="914400" rtl="0" algn="l">
              <a:lnSpc>
                <a:spcPct val="115000"/>
              </a:lnSpc>
              <a:spcBef>
                <a:spcPts val="0"/>
              </a:spcBef>
              <a:spcAft>
                <a:spcPts val="0"/>
              </a:spcAft>
              <a:buSzPts val="1400"/>
              <a:buChar char="○"/>
            </a:pPr>
            <a:r>
              <a:rPr lang="en"/>
              <a:t>Target(P1):	Dependable(P1.c can be omitted)</a:t>
            </a:r>
            <a:endParaRPr/>
          </a:p>
          <a:p>
            <a:pPr indent="0" lvl="0" marL="1371600" rtl="0" algn="l">
              <a:lnSpc>
                <a:spcPct val="115000"/>
              </a:lnSpc>
              <a:spcBef>
                <a:spcPts val="0"/>
              </a:spcBef>
              <a:spcAft>
                <a:spcPts val="0"/>
              </a:spcAft>
              <a:buSzPts val="1800"/>
              <a:buNone/>
            </a:pPr>
            <a:r>
              <a:rPr lang="en" sz="1400"/>
              <a:t>Compilation command (gcc P1.c -o P1)</a:t>
            </a:r>
            <a:endParaRPr sz="1400"/>
          </a:p>
          <a:p>
            <a:pPr indent="-342900" lvl="0" marL="457200" rtl="0" algn="l">
              <a:lnSpc>
                <a:spcPct val="115000"/>
              </a:lnSpc>
              <a:spcBef>
                <a:spcPts val="0"/>
              </a:spcBef>
              <a:spcAft>
                <a:spcPts val="0"/>
              </a:spcAft>
              <a:buSzPts val="1800"/>
              <a:buChar char="●"/>
            </a:pPr>
            <a:r>
              <a:rPr lang="en"/>
              <a:t>The makefile constructed from bottom up</a:t>
            </a:r>
            <a:endParaRPr/>
          </a:p>
          <a:p>
            <a:pPr indent="-342900" lvl="0" marL="457200" rtl="0" algn="l">
              <a:lnSpc>
                <a:spcPct val="115000"/>
              </a:lnSpc>
              <a:spcBef>
                <a:spcPts val="0"/>
              </a:spcBef>
              <a:spcAft>
                <a:spcPts val="0"/>
              </a:spcAft>
              <a:buSzPts val="1800"/>
              <a:buChar char="●"/>
            </a:pPr>
            <a:r>
              <a:rPr lang="en"/>
              <a:t>That is if P1 depends on P2 then the </a:t>
            </a:r>
            <a:endParaRPr/>
          </a:p>
          <a:p>
            <a:pPr indent="0" lvl="0" marL="0" rtl="0" algn="l">
              <a:lnSpc>
                <a:spcPct val="115000"/>
              </a:lnSpc>
              <a:spcBef>
                <a:spcPts val="0"/>
              </a:spcBef>
              <a:spcAft>
                <a:spcPts val="0"/>
              </a:spcAft>
              <a:buSzPts val="1800"/>
              <a:buNone/>
            </a:pPr>
            <a:r>
              <a:rPr lang="en"/>
              <a:t>        command to compile P2 is below, after</a:t>
            </a:r>
            <a:endParaRPr/>
          </a:p>
          <a:p>
            <a:pPr indent="0" lvl="0" marL="0" rtl="0" algn="l">
              <a:lnSpc>
                <a:spcPct val="115000"/>
              </a:lnSpc>
              <a:spcBef>
                <a:spcPts val="0"/>
              </a:spcBef>
              <a:spcAft>
                <a:spcPts val="0"/>
              </a:spcAft>
              <a:buSzPts val="1800"/>
              <a:buNone/>
            </a:pPr>
            <a:r>
              <a:rPr lang="en"/>
              <a:t>        P1’s command. Example afterwards</a:t>
            </a:r>
            <a:endParaRPr/>
          </a:p>
          <a:p>
            <a:pPr indent="0" lvl="0" marL="1371600" rtl="0" algn="l">
              <a:lnSpc>
                <a:spcPct val="115000"/>
              </a:lnSpc>
              <a:spcBef>
                <a:spcPts val="0"/>
              </a:spcBef>
              <a:spcAft>
                <a:spcPts val="0"/>
              </a:spcAft>
              <a:buSzPts val="1800"/>
              <a:buNone/>
            </a:pPr>
            <a:r>
              <a:t/>
            </a:r>
            <a:endParaRPr/>
          </a:p>
        </p:txBody>
      </p:sp>
      <p:pic>
        <p:nvPicPr>
          <p:cNvPr id="141" name="Google Shape;141;p10"/>
          <p:cNvPicPr preferRelativeResize="0"/>
          <p:nvPr/>
        </p:nvPicPr>
        <p:blipFill rotWithShape="1">
          <a:blip r:embed="rId3">
            <a:alphaModFix/>
          </a:blip>
          <a:srcRect b="0" l="0" r="0" t="0"/>
          <a:stretch/>
        </p:blipFill>
        <p:spPr>
          <a:xfrm>
            <a:off x="6019800" y="238838"/>
            <a:ext cx="3124200" cy="2219325"/>
          </a:xfrm>
          <a:prstGeom prst="rect">
            <a:avLst/>
          </a:prstGeom>
          <a:noFill/>
          <a:ln>
            <a:noFill/>
          </a:ln>
        </p:spPr>
      </p:pic>
      <p:pic>
        <p:nvPicPr>
          <p:cNvPr id="142" name="Google Shape;142;p10"/>
          <p:cNvPicPr preferRelativeResize="0"/>
          <p:nvPr/>
        </p:nvPicPr>
        <p:blipFill rotWithShape="1">
          <a:blip r:embed="rId4">
            <a:alphaModFix/>
          </a:blip>
          <a:srcRect b="0" l="0" r="0" t="0"/>
          <a:stretch/>
        </p:blipFill>
        <p:spPr>
          <a:xfrm>
            <a:off x="5124300" y="2458175"/>
            <a:ext cx="4019699" cy="2685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311700" y="403200"/>
            <a:ext cx="2808000" cy="75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Another One</a:t>
            </a:r>
            <a:endParaRPr/>
          </a:p>
        </p:txBody>
      </p:sp>
      <p:sp>
        <p:nvSpPr>
          <p:cNvPr id="148" name="Google Shape;148;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a:t>This is just a primitive example to show how dependency between two programs exist.</a:t>
            </a:r>
            <a:endParaRPr/>
          </a:p>
          <a:p>
            <a:pPr indent="-304800" lvl="0" marL="457200" rtl="0" algn="l">
              <a:lnSpc>
                <a:spcPct val="115000"/>
              </a:lnSpc>
              <a:spcBef>
                <a:spcPts val="0"/>
              </a:spcBef>
              <a:spcAft>
                <a:spcPts val="0"/>
              </a:spcAft>
              <a:buSzPts val="1200"/>
              <a:buChar char="●"/>
            </a:pPr>
            <a:r>
              <a:rPr lang="en"/>
              <a:t>P1 calls the executable of P2 (P2 determines if the product is even or odd, context not too important to know).</a:t>
            </a:r>
            <a:endParaRPr/>
          </a:p>
          <a:p>
            <a:pPr indent="-304800" lvl="0" marL="457200" rtl="0" algn="l">
              <a:lnSpc>
                <a:spcPct val="115000"/>
              </a:lnSpc>
              <a:spcBef>
                <a:spcPts val="0"/>
              </a:spcBef>
              <a:spcAft>
                <a:spcPts val="0"/>
              </a:spcAft>
              <a:buSzPts val="1200"/>
              <a:buChar char="●"/>
            </a:pPr>
            <a:r>
              <a:rPr lang="en"/>
              <a:t>In this case switching compilation order of the two executables won’t result in an error.</a:t>
            </a:r>
            <a:endParaRPr/>
          </a:p>
          <a:p>
            <a:pPr indent="-304800" lvl="0" marL="457200" rtl="0" algn="l">
              <a:lnSpc>
                <a:spcPct val="115000"/>
              </a:lnSpc>
              <a:spcBef>
                <a:spcPts val="0"/>
              </a:spcBef>
              <a:spcAft>
                <a:spcPts val="0"/>
              </a:spcAft>
              <a:buSzPts val="1200"/>
              <a:buChar char="●"/>
            </a:pPr>
            <a:r>
              <a:rPr lang="en"/>
              <a:t>Also, introducing clean clause in the makefile allows you to remove any previously generated executables.</a:t>
            </a:r>
            <a:endParaRPr/>
          </a:p>
          <a:p>
            <a:pPr indent="0" lvl="0" marL="0" rtl="0" algn="l">
              <a:lnSpc>
                <a:spcPct val="115000"/>
              </a:lnSpc>
              <a:spcBef>
                <a:spcPts val="0"/>
              </a:spcBef>
              <a:spcAft>
                <a:spcPts val="0"/>
              </a:spcAft>
              <a:buSzPts val="1200"/>
              <a:buNone/>
            </a:pPr>
            <a:r>
              <a:t/>
            </a:r>
            <a:endParaRPr/>
          </a:p>
        </p:txBody>
      </p:sp>
      <p:pic>
        <p:nvPicPr>
          <p:cNvPr id="149" name="Google Shape;149;p11"/>
          <p:cNvPicPr preferRelativeResize="0"/>
          <p:nvPr/>
        </p:nvPicPr>
        <p:blipFill rotWithShape="1">
          <a:blip r:embed="rId3">
            <a:alphaModFix/>
          </a:blip>
          <a:srcRect b="0" l="0" r="0" t="0"/>
          <a:stretch/>
        </p:blipFill>
        <p:spPr>
          <a:xfrm>
            <a:off x="3210575" y="0"/>
            <a:ext cx="5933424" cy="2492050"/>
          </a:xfrm>
          <a:prstGeom prst="rect">
            <a:avLst/>
          </a:prstGeom>
          <a:noFill/>
          <a:ln>
            <a:noFill/>
          </a:ln>
        </p:spPr>
      </p:pic>
      <p:pic>
        <p:nvPicPr>
          <p:cNvPr id="150" name="Google Shape;150;p11"/>
          <p:cNvPicPr preferRelativeResize="0"/>
          <p:nvPr/>
        </p:nvPicPr>
        <p:blipFill rotWithShape="1">
          <a:blip r:embed="rId4">
            <a:alphaModFix/>
          </a:blip>
          <a:srcRect b="0" l="0" r="0" t="0"/>
          <a:stretch/>
        </p:blipFill>
        <p:spPr>
          <a:xfrm>
            <a:off x="5914521" y="2492050"/>
            <a:ext cx="3229475" cy="1885950"/>
          </a:xfrm>
          <a:prstGeom prst="rect">
            <a:avLst/>
          </a:prstGeom>
          <a:noFill/>
          <a:ln>
            <a:noFill/>
          </a:ln>
        </p:spPr>
      </p:pic>
      <p:pic>
        <p:nvPicPr>
          <p:cNvPr id="151" name="Google Shape;151;p11"/>
          <p:cNvPicPr preferRelativeResize="0"/>
          <p:nvPr/>
        </p:nvPicPr>
        <p:blipFill rotWithShape="1">
          <a:blip r:embed="rId5">
            <a:alphaModFix/>
          </a:blip>
          <a:srcRect b="0" l="0" r="0" t="0"/>
          <a:stretch/>
        </p:blipFill>
        <p:spPr>
          <a:xfrm>
            <a:off x="3210575" y="2506724"/>
            <a:ext cx="2703950" cy="26367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ctrTitle"/>
          </p:nvPr>
        </p:nvSpPr>
        <p:spPr>
          <a:xfrm>
            <a:off x="311700" y="965800"/>
            <a:ext cx="7705800" cy="79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000"/>
              <a:buNone/>
            </a:pPr>
            <a:r>
              <a:rPr lang="en"/>
              <a:t>Shell Commands</a:t>
            </a:r>
            <a:endParaRPr/>
          </a:p>
        </p:txBody>
      </p:sp>
      <p:sp>
        <p:nvSpPr>
          <p:cNvPr id="157" name="Google Shape;157;p20"/>
          <p:cNvSpPr txBox="1"/>
          <p:nvPr>
            <p:ph idx="1" type="subTitle"/>
          </p:nvPr>
        </p:nvSpPr>
        <p:spPr>
          <a:xfrm>
            <a:off x="311700" y="1838650"/>
            <a:ext cx="64767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in Linux</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1"/>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Basic Introduction</a:t>
            </a:r>
            <a:endParaRPr/>
          </a:p>
        </p:txBody>
      </p:sp>
      <p:sp>
        <p:nvSpPr>
          <p:cNvPr id="163" name="Google Shape;163;p21"/>
          <p:cNvSpPr txBox="1"/>
          <p:nvPr>
            <p:ph idx="1" type="body"/>
          </p:nvPr>
        </p:nvSpPr>
        <p:spPr>
          <a:xfrm>
            <a:off x="4572000" y="898200"/>
            <a:ext cx="4260300" cy="3747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highlight>
                  <a:srgbClr val="CFE2F3"/>
                </a:highlight>
              </a:rPr>
              <a:t>User program</a:t>
            </a:r>
            <a:r>
              <a:rPr lang="en"/>
              <a:t> that provides an interface to use OS services. </a:t>
            </a:r>
            <a:endParaRPr/>
          </a:p>
          <a:p>
            <a:pPr indent="-342900" lvl="0" marL="457200" rtl="0" algn="l">
              <a:lnSpc>
                <a:spcPct val="115000"/>
              </a:lnSpc>
              <a:spcBef>
                <a:spcPts val="0"/>
              </a:spcBef>
              <a:spcAft>
                <a:spcPts val="0"/>
              </a:spcAft>
              <a:buSzPts val="1800"/>
              <a:buChar char="●"/>
            </a:pPr>
            <a:r>
              <a:rPr lang="en"/>
              <a:t>Accepts </a:t>
            </a:r>
            <a:r>
              <a:rPr lang="en">
                <a:highlight>
                  <a:srgbClr val="D0E0E3"/>
                </a:highlight>
              </a:rPr>
              <a:t>human-readable commands</a:t>
            </a:r>
            <a:r>
              <a:rPr lang="en"/>
              <a:t> and converts them into something which the kernel can understand.</a:t>
            </a:r>
            <a:endParaRPr/>
          </a:p>
          <a:p>
            <a:pPr indent="-342900" lvl="0" marL="457200" rtl="0" algn="l">
              <a:lnSpc>
                <a:spcPct val="115000"/>
              </a:lnSpc>
              <a:spcBef>
                <a:spcPts val="0"/>
              </a:spcBef>
              <a:spcAft>
                <a:spcPts val="0"/>
              </a:spcAft>
              <a:buSzPts val="1800"/>
              <a:buChar char="●"/>
            </a:pPr>
            <a:r>
              <a:rPr lang="en"/>
              <a:t>Kernel acts as a bridge between applications and data processing performed at hardware level using </a:t>
            </a:r>
            <a:r>
              <a:rPr lang="en">
                <a:highlight>
                  <a:srgbClr val="F4CCCC"/>
                </a:highlight>
              </a:rPr>
              <a:t>inter-process communication</a:t>
            </a:r>
            <a:r>
              <a:rPr lang="en"/>
              <a:t> and </a:t>
            </a:r>
            <a:r>
              <a:rPr lang="en">
                <a:highlight>
                  <a:srgbClr val="F4CCCC"/>
                </a:highlight>
              </a:rPr>
              <a:t>system calls</a:t>
            </a:r>
            <a:endParaRPr>
              <a:highlight>
                <a:srgbClr val="F4CCCC"/>
              </a:highlight>
            </a:endParaRPr>
          </a:p>
          <a:p>
            <a:pPr indent="-342900" lvl="0" marL="457200" rtl="0" algn="l">
              <a:lnSpc>
                <a:spcPct val="115000"/>
              </a:lnSpc>
              <a:spcBef>
                <a:spcPts val="0"/>
              </a:spcBef>
              <a:spcAft>
                <a:spcPts val="0"/>
              </a:spcAft>
              <a:buSzPts val="1800"/>
              <a:buChar char="●"/>
            </a:pPr>
            <a:r>
              <a:rPr lang="en"/>
              <a:t>Shell can have a GUI or CLI</a:t>
            </a:r>
            <a:endParaRPr/>
          </a:p>
          <a:p>
            <a:pPr indent="-342900" lvl="0" marL="457200" rtl="0" algn="l">
              <a:lnSpc>
                <a:spcPct val="115000"/>
              </a:lnSpc>
              <a:spcBef>
                <a:spcPts val="0"/>
              </a:spcBef>
              <a:spcAft>
                <a:spcPts val="0"/>
              </a:spcAft>
              <a:buSzPts val="1800"/>
              <a:buChar char="●"/>
            </a:pPr>
            <a:r>
              <a:rPr lang="en"/>
              <a:t>Shell types - Bash, CSH, KSH</a:t>
            </a:r>
            <a:endParaRPr/>
          </a:p>
        </p:txBody>
      </p:sp>
      <p:pic>
        <p:nvPicPr>
          <p:cNvPr id="164" name="Google Shape;164;p21"/>
          <p:cNvPicPr preferRelativeResize="0"/>
          <p:nvPr/>
        </p:nvPicPr>
        <p:blipFill rotWithShape="1">
          <a:blip r:embed="rId3">
            <a:alphaModFix/>
          </a:blip>
          <a:srcRect b="0" l="0" r="0" t="0"/>
          <a:stretch/>
        </p:blipFill>
        <p:spPr>
          <a:xfrm>
            <a:off x="199050" y="1240250"/>
            <a:ext cx="4132575" cy="3746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25000"/>
              </a:lnSpc>
              <a:spcBef>
                <a:spcPts val="0"/>
              </a:spcBef>
              <a:spcAft>
                <a:spcPts val="0"/>
              </a:spcAft>
              <a:buSzPts val="2800"/>
              <a:buNone/>
            </a:pPr>
            <a:r>
              <a:rPr lang="en" sz="2700">
                <a:solidFill>
                  <a:srgbClr val="303030"/>
                </a:solidFill>
                <a:latin typeface="Arial"/>
                <a:ea typeface="Arial"/>
                <a:cs typeface="Arial"/>
                <a:sym typeface="Arial"/>
              </a:rPr>
              <a:t>Shell Commands</a:t>
            </a:r>
            <a:endParaRPr sz="3500">
              <a:solidFill>
                <a:schemeClr val="dk2"/>
              </a:solidFill>
            </a:endParaRPr>
          </a:p>
        </p:txBody>
      </p:sp>
      <p:sp>
        <p:nvSpPr>
          <p:cNvPr id="170" name="Google Shape;170;p22"/>
          <p:cNvSpPr txBox="1"/>
          <p:nvPr>
            <p:ph idx="1" type="body"/>
          </p:nvPr>
        </p:nvSpPr>
        <p:spPr>
          <a:xfrm>
            <a:off x="311700" y="1152475"/>
            <a:ext cx="8520600" cy="910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In Linux, commands are ways or instructions through which you can instruct your system to do some action. Commands are executed in the command line.</a:t>
            </a:r>
            <a:endParaRPr/>
          </a:p>
          <a:p>
            <a:pPr indent="0" lvl="0" marL="457200" rtl="0" algn="l">
              <a:lnSpc>
                <a:spcPct val="115000"/>
              </a:lnSpc>
              <a:spcBef>
                <a:spcPts val="0"/>
              </a:spcBef>
              <a:spcAft>
                <a:spcPts val="0"/>
              </a:spcAft>
              <a:buSzPts val="1800"/>
              <a:buNone/>
            </a:pPr>
            <a:r>
              <a:t/>
            </a:r>
            <a:endParaRPr sz="1300"/>
          </a:p>
        </p:txBody>
      </p:sp>
      <p:pic>
        <p:nvPicPr>
          <p:cNvPr id="171" name="Google Shape;171;p22"/>
          <p:cNvPicPr preferRelativeResize="0"/>
          <p:nvPr/>
        </p:nvPicPr>
        <p:blipFill rotWithShape="1">
          <a:blip r:embed="rId3">
            <a:alphaModFix/>
          </a:blip>
          <a:srcRect b="0" l="0" r="0" t="0"/>
          <a:stretch/>
        </p:blipFill>
        <p:spPr>
          <a:xfrm>
            <a:off x="730600" y="3067050"/>
            <a:ext cx="7639050" cy="647700"/>
          </a:xfrm>
          <a:prstGeom prst="rect">
            <a:avLst/>
          </a:prstGeom>
          <a:noFill/>
          <a:ln>
            <a:noFill/>
          </a:ln>
        </p:spPr>
      </p:pic>
      <p:pic>
        <p:nvPicPr>
          <p:cNvPr id="172" name="Google Shape;172;p22"/>
          <p:cNvPicPr preferRelativeResize="0"/>
          <p:nvPr/>
        </p:nvPicPr>
        <p:blipFill rotWithShape="1">
          <a:blip r:embed="rId4">
            <a:alphaModFix/>
          </a:blip>
          <a:srcRect b="0" l="0" r="0" t="0"/>
          <a:stretch/>
        </p:blipFill>
        <p:spPr>
          <a:xfrm>
            <a:off x="1856250" y="3714750"/>
            <a:ext cx="6038850" cy="1428750"/>
          </a:xfrm>
          <a:prstGeom prst="rect">
            <a:avLst/>
          </a:prstGeom>
          <a:noFill/>
          <a:ln>
            <a:noFill/>
          </a:ln>
        </p:spPr>
      </p:pic>
      <p:sp>
        <p:nvSpPr>
          <p:cNvPr id="173" name="Google Shape;173;p22"/>
          <p:cNvSpPr txBox="1"/>
          <p:nvPr/>
        </p:nvSpPr>
        <p:spPr>
          <a:xfrm>
            <a:off x="489125" y="2112875"/>
            <a:ext cx="8199300" cy="45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sp>
        <p:nvSpPr>
          <p:cNvPr id="174" name="Google Shape;174;p22"/>
          <p:cNvSpPr txBox="1"/>
          <p:nvPr/>
        </p:nvSpPr>
        <p:spPr>
          <a:xfrm>
            <a:off x="289825" y="1942113"/>
            <a:ext cx="8381700" cy="5727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Font typeface="Proxima Nova"/>
              <a:buChar char="●"/>
            </a:pPr>
            <a:r>
              <a:rPr b="0" i="0" lang="en" sz="1800" u="none" cap="none" strike="noStrike">
                <a:solidFill>
                  <a:schemeClr val="dk2"/>
                </a:solidFill>
                <a:latin typeface="Proxima Nova"/>
                <a:ea typeface="Proxima Nova"/>
                <a:cs typeface="Proxima Nova"/>
                <a:sym typeface="Proxima Nova"/>
              </a:rPr>
              <a:t>Syntax:</a:t>
            </a:r>
            <a:endParaRPr b="0" i="0" sz="1800" u="none" cap="none" strike="noStrike">
              <a:solidFill>
                <a:schemeClr val="dk2"/>
              </a:solidFill>
              <a:latin typeface="Proxima Nova"/>
              <a:ea typeface="Proxima Nova"/>
              <a:cs typeface="Proxima Nova"/>
              <a:sym typeface="Proxima Nova"/>
            </a:endParaRPr>
          </a:p>
          <a:p>
            <a:pPr indent="45720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command [option] [argument]  </a:t>
            </a:r>
            <a:endParaRPr b="0" i="0" sz="1800" u="none" cap="none" strike="noStrike">
              <a:solidFill>
                <a:schemeClr val="dk2"/>
              </a:solidFill>
              <a:latin typeface="Proxima Nova"/>
              <a:ea typeface="Proxima Nova"/>
              <a:cs typeface="Proxima Nova"/>
              <a:sym typeface="Proxima Nova"/>
            </a:endParaRPr>
          </a:p>
        </p:txBody>
      </p:sp>
      <p:sp>
        <p:nvSpPr>
          <p:cNvPr id="175" name="Google Shape;175;p22"/>
          <p:cNvSpPr txBox="1"/>
          <p:nvPr/>
        </p:nvSpPr>
        <p:spPr>
          <a:xfrm>
            <a:off x="105900" y="2622188"/>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Eg. 1. rm -rf   </a:t>
            </a:r>
            <a:r>
              <a:rPr b="0" i="0" lang="en" sz="1600" u="none" cap="none" strike="noStrike">
                <a:solidFill>
                  <a:schemeClr val="dk2"/>
                </a:solidFill>
                <a:latin typeface="Proxima Nova"/>
                <a:ea typeface="Proxima Nova"/>
                <a:cs typeface="Proxima Nova"/>
                <a:sym typeface="Proxima Nova"/>
              </a:rPr>
              <a:t>(Just try this 🙂)</a:t>
            </a:r>
            <a:endParaRPr b="0" i="0" sz="1800" u="none" cap="none" strike="noStrike">
              <a:solidFill>
                <a:schemeClr val="dk2"/>
              </a:solidFill>
              <a:latin typeface="Proxima Nova"/>
              <a:ea typeface="Proxima Nova"/>
              <a:cs typeface="Proxima Nova"/>
              <a:sym typeface="Proxima Nova"/>
            </a:endParaRPr>
          </a:p>
        </p:txBody>
      </p:sp>
      <p:sp>
        <p:nvSpPr>
          <p:cNvPr id="176" name="Google Shape;176;p22"/>
          <p:cNvSpPr txBox="1"/>
          <p:nvPr/>
        </p:nvSpPr>
        <p:spPr>
          <a:xfrm>
            <a:off x="3842525" y="262982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2. pwd</a:t>
            </a:r>
            <a:endParaRPr b="0" i="0" sz="1400" u="none" cap="none" strike="noStrike">
              <a:solidFill>
                <a:schemeClr val="dk2"/>
              </a:solidFill>
              <a:latin typeface="Arial"/>
              <a:ea typeface="Arial"/>
              <a:cs typeface="Arial"/>
              <a:sym typeface="Arial"/>
            </a:endParaRPr>
          </a:p>
        </p:txBody>
      </p:sp>
      <p:sp>
        <p:nvSpPr>
          <p:cNvPr id="177" name="Google Shape;177;p22"/>
          <p:cNvSpPr txBox="1"/>
          <p:nvPr/>
        </p:nvSpPr>
        <p:spPr>
          <a:xfrm>
            <a:off x="6036050" y="2657863"/>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Proxima Nova"/>
                <a:ea typeface="Proxima Nova"/>
                <a:cs typeface="Proxima Nova"/>
                <a:sym typeface="Proxima Nova"/>
              </a:rPr>
              <a:t>3. mkdir first/second/third</a:t>
            </a:r>
            <a:endParaRPr b="0" i="0" sz="14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Internal(Built-in) Shell Commands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2800"/>
              <a:buNone/>
            </a:pPr>
            <a:r>
              <a:t/>
            </a:r>
            <a:endParaRPr/>
          </a:p>
        </p:txBody>
      </p:sp>
      <p:sp>
        <p:nvSpPr>
          <p:cNvPr id="183" name="Google Shape;183;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Built-in commands are internal commands that are built-in the shell. Built-in commands are called from the shell and executed directly within the shell itself. </a:t>
            </a:r>
            <a:endParaRPr/>
          </a:p>
          <a:p>
            <a:pPr indent="-342900" lvl="0" marL="457200" rtl="0" algn="l">
              <a:lnSpc>
                <a:spcPct val="115000"/>
              </a:lnSpc>
              <a:spcBef>
                <a:spcPts val="0"/>
              </a:spcBef>
              <a:spcAft>
                <a:spcPts val="0"/>
              </a:spcAft>
              <a:buSzPts val="1800"/>
              <a:buChar char="●"/>
            </a:pPr>
            <a:r>
              <a:rPr lang="en"/>
              <a:t>For all the shell built-in commands, </a:t>
            </a:r>
            <a:r>
              <a:rPr lang="en">
                <a:highlight>
                  <a:srgbClr val="CFE2F3"/>
                </a:highlight>
              </a:rPr>
              <a:t>execution of the same is fast in the sense that the shell doesn’t have to search the given path for them in the PATH variable, and also no process needs to be spawned for executing it.</a:t>
            </a:r>
            <a:endParaRPr>
              <a:highlight>
                <a:srgbClr val="CFE2F3"/>
              </a:highlight>
            </a:endParaRPr>
          </a:p>
          <a:p>
            <a:pPr indent="-342900" lvl="0" marL="457200" rtl="0" algn="l">
              <a:lnSpc>
                <a:spcPct val="115000"/>
              </a:lnSpc>
              <a:spcBef>
                <a:spcPts val="0"/>
              </a:spcBef>
              <a:spcAft>
                <a:spcPts val="0"/>
              </a:spcAft>
              <a:buSzPts val="1800"/>
              <a:buChar char="●"/>
            </a:pPr>
            <a:r>
              <a:rPr lang="en"/>
              <a:t>It checks whether the typed command is an internal command. If is an internal command, it executes it from the memory. </a:t>
            </a:r>
            <a:r>
              <a:rPr lang="en">
                <a:highlight>
                  <a:srgbClr val="CFE2F3"/>
                </a:highlight>
              </a:rPr>
              <a:t>When you start a Linux shell, the shell copies all internal commands to RAM and executes them from there</a:t>
            </a:r>
            <a:r>
              <a:rPr lang="en"/>
              <a:t>.</a:t>
            </a:r>
            <a:endParaRPr/>
          </a:p>
          <a:p>
            <a:pPr indent="-342900" lvl="0" marL="457200" rtl="0" algn="l">
              <a:lnSpc>
                <a:spcPct val="115000"/>
              </a:lnSpc>
              <a:spcBef>
                <a:spcPts val="0"/>
              </a:spcBef>
              <a:spcAft>
                <a:spcPts val="0"/>
              </a:spcAft>
              <a:buSzPts val="1800"/>
              <a:buChar char="●"/>
            </a:pPr>
            <a:r>
              <a:rPr lang="en"/>
              <a:t>Getting the list of Internal Commands: 	$help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t/>
            </a:r>
            <a:endParaRPr/>
          </a:p>
        </p:txBody>
      </p:sp>
      <p:pic>
        <p:nvPicPr>
          <p:cNvPr id="189" name="Google Shape;189;p24"/>
          <p:cNvPicPr preferRelativeResize="0"/>
          <p:nvPr/>
        </p:nvPicPr>
        <p:blipFill rotWithShape="1">
          <a:blip r:embed="rId3">
            <a:alphaModFix/>
          </a:blip>
          <a:srcRect b="5024" l="0" r="5069" t="7116"/>
          <a:stretch/>
        </p:blipFill>
        <p:spPr>
          <a:xfrm>
            <a:off x="0" y="0"/>
            <a:ext cx="9144000" cy="50325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289825" y="17075"/>
            <a:ext cx="8520600" cy="572700"/>
          </a:xfrm>
          <a:prstGeom prst="rect">
            <a:avLst/>
          </a:prstGeom>
          <a:noFill/>
          <a:ln>
            <a:noFill/>
          </a:ln>
        </p:spPr>
        <p:txBody>
          <a:bodyPr anchorCtr="0" anchor="t" bIns="91425" lIns="91425" spcFirstLastPara="1" rIns="91425" wrap="square" tIns="91425">
            <a:noAutofit/>
          </a:bodyPr>
          <a:lstStyle/>
          <a:p>
            <a:pPr indent="-419100" lvl="0" marL="457200" rtl="0" algn="l">
              <a:lnSpc>
                <a:spcPct val="100000"/>
              </a:lnSpc>
              <a:spcBef>
                <a:spcPts val="0"/>
              </a:spcBef>
              <a:spcAft>
                <a:spcPts val="0"/>
              </a:spcAft>
              <a:buSzPts val="3000"/>
              <a:buAutoNum type="arabicPeriod"/>
            </a:pPr>
            <a:r>
              <a:rPr lang="en" sz="3000"/>
              <a:t>cd </a:t>
            </a:r>
            <a:r>
              <a:rPr lang="en" sz="1800">
                <a:solidFill>
                  <a:schemeClr val="dk2"/>
                </a:solidFill>
              </a:rPr>
              <a:t>(change directory)</a:t>
            </a:r>
            <a:endParaRPr sz="1800">
              <a:solidFill>
                <a:schemeClr val="dk2"/>
              </a:solidFill>
            </a:endParaRPr>
          </a:p>
        </p:txBody>
      </p:sp>
      <p:sp>
        <p:nvSpPr>
          <p:cNvPr id="195" name="Google Shape;195;p25"/>
          <p:cNvSpPr txBox="1"/>
          <p:nvPr>
            <p:ph idx="1" type="body"/>
          </p:nvPr>
        </p:nvSpPr>
        <p:spPr>
          <a:xfrm>
            <a:off x="311700" y="1152475"/>
            <a:ext cx="8520600" cy="21099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cd [directory]</a:t>
            </a:r>
            <a:endParaRPr sz="1500"/>
          </a:p>
          <a:p>
            <a:pPr indent="-323850" lvl="0" marL="457200" rtl="0" algn="l">
              <a:lnSpc>
                <a:spcPct val="115000"/>
              </a:lnSpc>
              <a:spcBef>
                <a:spcPts val="0"/>
              </a:spcBef>
              <a:spcAft>
                <a:spcPts val="0"/>
              </a:spcAft>
              <a:buSzPts val="1500"/>
              <a:buChar char="●"/>
            </a:pPr>
            <a:r>
              <a:rPr lang="en" sz="1500"/>
              <a:t>By using </a:t>
            </a:r>
            <a:r>
              <a:rPr b="1" lang="en" sz="1500"/>
              <a:t>/</a:t>
            </a:r>
            <a:r>
              <a:rPr lang="en" sz="1500"/>
              <a:t> as an argument in cd we can change the directory to the root directory.</a:t>
            </a:r>
            <a:endParaRPr sz="1500"/>
          </a:p>
          <a:p>
            <a:pPr indent="-323850" lvl="0" marL="457200" rtl="0" algn="l">
              <a:lnSpc>
                <a:spcPct val="115000"/>
              </a:lnSpc>
              <a:spcBef>
                <a:spcPts val="0"/>
              </a:spcBef>
              <a:spcAft>
                <a:spcPts val="0"/>
              </a:spcAft>
              <a:buSzPts val="1500"/>
              <a:buChar char="●"/>
            </a:pPr>
            <a:r>
              <a:rPr b="1" lang="en" sz="1500"/>
              <a:t>~</a:t>
            </a:r>
            <a:r>
              <a:rPr lang="en" sz="1500"/>
              <a:t>  this argument is used in cd command to change the directory to the home directory from any location in Linux System.</a:t>
            </a:r>
            <a:endParaRPr sz="1500"/>
          </a:p>
          <a:p>
            <a:pPr indent="-323850" lvl="0" marL="457200" rtl="0" algn="l">
              <a:lnSpc>
                <a:spcPct val="115000"/>
              </a:lnSpc>
              <a:spcBef>
                <a:spcPts val="0"/>
              </a:spcBef>
              <a:spcAft>
                <a:spcPts val="0"/>
              </a:spcAft>
              <a:buSzPts val="1500"/>
              <a:buChar char="●"/>
            </a:pPr>
            <a:r>
              <a:rPr lang="en" sz="1500"/>
              <a:t>We use </a:t>
            </a:r>
            <a:r>
              <a:rPr b="1" lang="en" sz="1500"/>
              <a:t>.. </a:t>
            </a:r>
            <a:r>
              <a:rPr lang="en" sz="1500"/>
              <a:t>this as an argument in cd command which is used to move to the parent directory of current directory, or the directory one level up from the current directory.</a:t>
            </a:r>
            <a:endParaRPr sz="1500"/>
          </a:p>
          <a:p>
            <a:pPr indent="-342900" lvl="0" marL="457200" rtl="0" algn="l">
              <a:lnSpc>
                <a:spcPct val="115000"/>
              </a:lnSpc>
              <a:spcBef>
                <a:spcPts val="0"/>
              </a:spcBef>
              <a:spcAft>
                <a:spcPts val="0"/>
              </a:spcAft>
              <a:buSzPts val="1800"/>
              <a:buChar char="●"/>
            </a:pPr>
            <a:r>
              <a:rPr lang="en"/>
              <a:t>cd "dir name"</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196" name="Google Shape;196;p25"/>
          <p:cNvSpPr txBox="1"/>
          <p:nvPr/>
        </p:nvSpPr>
        <p:spPr>
          <a:xfrm>
            <a:off x="2557475" y="533375"/>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cd-gfg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cd-manpage</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5"/>
              </a:rPr>
              <a:t>chdir-manpage</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6"/>
              </a:rPr>
              <a:t>chdir-gfg</a:t>
            </a:r>
            <a:endParaRPr b="0" i="0" sz="1400" u="none" cap="none" strike="noStrike">
              <a:solidFill>
                <a:srgbClr val="000000"/>
              </a:solidFill>
              <a:latin typeface="Proxima Nova"/>
              <a:ea typeface="Proxima Nova"/>
              <a:cs typeface="Proxima Nova"/>
              <a:sym typeface="Proxima Nova"/>
            </a:endParaRPr>
          </a:p>
        </p:txBody>
      </p:sp>
      <p:sp>
        <p:nvSpPr>
          <p:cNvPr id="197" name="Google Shape;197;p25"/>
          <p:cNvSpPr txBox="1"/>
          <p:nvPr/>
        </p:nvSpPr>
        <p:spPr>
          <a:xfrm>
            <a:off x="149575" y="3262375"/>
            <a:ext cx="8801100" cy="148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Proxima Nova"/>
                <a:ea typeface="Proxima Nova"/>
                <a:cs typeface="Proxima Nova"/>
                <a:sym typeface="Proxima Nova"/>
              </a:rPr>
              <a:t>Executing this in your CSH</a:t>
            </a:r>
            <a:endParaRPr b="1"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chdir("</a:t>
            </a:r>
            <a:r>
              <a:rPr b="0" i="0" lang="en" sz="1400" u="none" cap="none" strike="noStrike">
                <a:solidFill>
                  <a:schemeClr val="dk2"/>
                </a:solidFill>
                <a:latin typeface="Proxima Nova"/>
                <a:ea typeface="Proxima Nova"/>
                <a:cs typeface="Proxima Nova"/>
                <a:sym typeface="Proxima Nova"/>
              </a:rPr>
              <a:t>Directory</a:t>
            </a:r>
            <a:r>
              <a:rPr b="0" i="0" lang="en" sz="1400" u="none" cap="none" strike="noStrike">
                <a:solidFill>
                  <a:srgbClr val="000000"/>
                </a:solidFill>
                <a:latin typeface="Proxima Nova"/>
                <a:ea typeface="Proxima Nova"/>
                <a:cs typeface="Proxima Nova"/>
                <a:sym typeface="Proxima Nova"/>
              </a:rPr>
              <a:t>");</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char add[100];</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getcwd(add,100);</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printf("%A1&gt;&gt;&gt;%s\n",add);</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pic>
        <p:nvPicPr>
          <p:cNvPr id="198" name="Google Shape;198;p25"/>
          <p:cNvPicPr preferRelativeResize="0"/>
          <p:nvPr/>
        </p:nvPicPr>
        <p:blipFill rotWithShape="1">
          <a:blip r:embed="rId7">
            <a:alphaModFix/>
          </a:blip>
          <a:srcRect b="0" l="0" r="0" t="0"/>
          <a:stretch/>
        </p:blipFill>
        <p:spPr>
          <a:xfrm>
            <a:off x="2852250" y="3288881"/>
            <a:ext cx="6098424" cy="16500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289825" y="1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2. history</a:t>
            </a:r>
            <a:endParaRPr sz="3000"/>
          </a:p>
        </p:txBody>
      </p:sp>
      <p:sp>
        <p:nvSpPr>
          <p:cNvPr id="204" name="Google Shape;204;p26"/>
          <p:cNvSpPr txBox="1"/>
          <p:nvPr>
            <p:ph idx="1" type="body"/>
          </p:nvPr>
        </p:nvSpPr>
        <p:spPr>
          <a:xfrm>
            <a:off x="140250" y="1045900"/>
            <a:ext cx="8520600" cy="984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500"/>
              <a:t>To show the limited number of commands that executed previously</a:t>
            </a:r>
            <a:endParaRPr sz="1500"/>
          </a:p>
          <a:p>
            <a:pPr indent="-323850" lvl="0" marL="457200" rtl="0" algn="l">
              <a:lnSpc>
                <a:spcPct val="115000"/>
              </a:lnSpc>
              <a:spcBef>
                <a:spcPts val="0"/>
              </a:spcBef>
              <a:spcAft>
                <a:spcPts val="0"/>
              </a:spcAft>
              <a:buSzPts val="1500"/>
              <a:buChar char="●"/>
            </a:pPr>
            <a:r>
              <a:rPr lang="en" sz="1500"/>
              <a:t>history | grep chpasswd </a:t>
            </a:r>
            <a:endParaRPr sz="1500"/>
          </a:p>
          <a:p>
            <a:pPr indent="-323850" lvl="0" marL="457200" rtl="0" algn="l">
              <a:lnSpc>
                <a:spcPct val="115000"/>
              </a:lnSpc>
              <a:spcBef>
                <a:spcPts val="0"/>
              </a:spcBef>
              <a:spcAft>
                <a:spcPts val="0"/>
              </a:spcAft>
              <a:buSzPts val="1500"/>
              <a:buChar char="●"/>
            </a:pPr>
            <a:r>
              <a:rPr lang="en" sz="1500"/>
              <a:t>!! – just recent </a:t>
            </a:r>
            <a:endParaRPr sz="1500"/>
          </a:p>
          <a:p>
            <a:pPr indent="0" lvl="0" marL="45720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205" name="Google Shape;205;p26"/>
          <p:cNvSpPr txBox="1"/>
          <p:nvPr/>
        </p:nvSpPr>
        <p:spPr>
          <a:xfrm>
            <a:off x="0" y="4098900"/>
            <a:ext cx="8801100" cy="104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Proxima Nova"/>
                <a:ea typeface="Proxima Nova"/>
                <a:cs typeface="Proxima Nova"/>
                <a:sym typeface="Proxima Nova"/>
              </a:rPr>
              <a:t>Executing this in your CSH</a:t>
            </a:r>
            <a:endParaRPr b="1"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Maintain an array </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As simple as that</a:t>
            </a:r>
            <a:endParaRPr b="0" i="0" sz="1400" u="none" cap="none" strike="noStrike">
              <a:solidFill>
                <a:srgbClr val="000000"/>
              </a:solidFill>
              <a:latin typeface="Proxima Nova"/>
              <a:ea typeface="Proxima Nova"/>
              <a:cs typeface="Proxima Nova"/>
              <a:sym typeface="Proxima Nova"/>
            </a:endParaRPr>
          </a:p>
        </p:txBody>
      </p:sp>
      <p:sp>
        <p:nvSpPr>
          <p:cNvPr id="206" name="Google Shape;206;p26"/>
          <p:cNvSpPr txBox="1"/>
          <p:nvPr/>
        </p:nvSpPr>
        <p:spPr>
          <a:xfrm>
            <a:off x="2557475" y="533375"/>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history-gfg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history-manpage</a:t>
            </a:r>
            <a:r>
              <a:rPr b="0" i="0" lang="en" sz="1400" u="none" cap="none" strike="noStrike">
                <a:solidFill>
                  <a:srgbClr val="000000"/>
                </a:solidFill>
                <a:latin typeface="Proxima Nova"/>
                <a:ea typeface="Proxima Nova"/>
                <a:cs typeface="Proxima Nova"/>
                <a:sym typeface="Proxima Nova"/>
              </a:rPr>
              <a:t>		</a:t>
            </a:r>
            <a:endParaRPr b="0" i="0" sz="1400" u="none" cap="none" strike="noStrike">
              <a:solidFill>
                <a:srgbClr val="000000"/>
              </a:solidFill>
              <a:latin typeface="Proxima Nova"/>
              <a:ea typeface="Proxima Nova"/>
              <a:cs typeface="Proxima Nova"/>
              <a:sym typeface="Proxima Nova"/>
            </a:endParaRPr>
          </a:p>
        </p:txBody>
      </p:sp>
      <p:pic>
        <p:nvPicPr>
          <p:cNvPr id="207" name="Google Shape;207;p26"/>
          <p:cNvPicPr preferRelativeResize="0"/>
          <p:nvPr/>
        </p:nvPicPr>
        <p:blipFill rotWithShape="1">
          <a:blip r:embed="rId5">
            <a:alphaModFix/>
          </a:blip>
          <a:srcRect b="37694" l="0" r="24005" t="0"/>
          <a:stretch/>
        </p:blipFill>
        <p:spPr>
          <a:xfrm>
            <a:off x="53675" y="2143675"/>
            <a:ext cx="4518326" cy="1955225"/>
          </a:xfrm>
          <a:prstGeom prst="rect">
            <a:avLst/>
          </a:prstGeom>
          <a:noFill/>
          <a:ln cap="flat" cmpd="sng" w="9525">
            <a:solidFill>
              <a:schemeClr val="dk1"/>
            </a:solidFill>
            <a:prstDash val="solid"/>
            <a:round/>
            <a:headEnd len="sm" w="sm" type="none"/>
            <a:tailEnd len="sm" w="sm" type="none"/>
          </a:ln>
        </p:spPr>
      </p:pic>
      <p:pic>
        <p:nvPicPr>
          <p:cNvPr id="208" name="Google Shape;208;p26"/>
          <p:cNvPicPr preferRelativeResize="0"/>
          <p:nvPr/>
        </p:nvPicPr>
        <p:blipFill rotWithShape="1">
          <a:blip r:embed="rId6">
            <a:alphaModFix/>
          </a:blip>
          <a:srcRect b="0" l="0" r="-8494" t="0"/>
          <a:stretch/>
        </p:blipFill>
        <p:spPr>
          <a:xfrm>
            <a:off x="4653852" y="1944775"/>
            <a:ext cx="4792474" cy="3122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289825" y="1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3. read</a:t>
            </a:r>
            <a:endParaRPr sz="3000"/>
          </a:p>
        </p:txBody>
      </p:sp>
      <p:sp>
        <p:nvSpPr>
          <p:cNvPr id="214" name="Google Shape;214;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read command in Linux system is used to read from a file descriptor. Basically, this command read up the total number of bytes from the specified file descriptor into the buffer.</a:t>
            </a:r>
            <a:endParaRPr/>
          </a:p>
          <a:p>
            <a:pPr indent="-342900" lvl="0" marL="457200" rtl="0" algn="l">
              <a:lnSpc>
                <a:spcPct val="115000"/>
              </a:lnSpc>
              <a:spcBef>
                <a:spcPts val="0"/>
              </a:spcBef>
              <a:spcAft>
                <a:spcPts val="0"/>
              </a:spcAft>
              <a:buSzPts val="1800"/>
              <a:buChar char="●"/>
            </a:pPr>
            <a:r>
              <a:rPr lang="en"/>
              <a:t>If we pass the read command without any argument, it will take a line as user input and store it in a built-in variable 'REPLY'. Execute the command as:</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read -p, read -n, read -s</a:t>
            </a:r>
            <a:endParaRPr/>
          </a:p>
        </p:txBody>
      </p:sp>
      <p:sp>
        <p:nvSpPr>
          <p:cNvPr id="215" name="Google Shape;215;p27"/>
          <p:cNvSpPr txBox="1"/>
          <p:nvPr/>
        </p:nvSpPr>
        <p:spPr>
          <a:xfrm>
            <a:off x="2557475" y="533375"/>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read-gfg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read-manpage</a:t>
            </a:r>
            <a:endParaRPr b="0" i="0" sz="1400" u="none" cap="none" strike="noStrike">
              <a:solidFill>
                <a:srgbClr val="000000"/>
              </a:solidFill>
              <a:latin typeface="Proxima Nova"/>
              <a:ea typeface="Proxima Nova"/>
              <a:cs typeface="Proxima Nova"/>
              <a:sym typeface="Proxima Nova"/>
            </a:endParaRPr>
          </a:p>
        </p:txBody>
      </p:sp>
      <p:pic>
        <p:nvPicPr>
          <p:cNvPr id="216" name="Google Shape;216;p27"/>
          <p:cNvPicPr preferRelativeResize="0"/>
          <p:nvPr/>
        </p:nvPicPr>
        <p:blipFill rotWithShape="1">
          <a:blip r:embed="rId5">
            <a:alphaModFix/>
          </a:blip>
          <a:srcRect b="0" l="0" r="0" t="0"/>
          <a:stretch/>
        </p:blipFill>
        <p:spPr>
          <a:xfrm>
            <a:off x="1406588" y="2885050"/>
            <a:ext cx="5210175" cy="723900"/>
          </a:xfrm>
          <a:prstGeom prst="rect">
            <a:avLst/>
          </a:prstGeom>
          <a:noFill/>
          <a:ln>
            <a:noFill/>
          </a:ln>
        </p:spPr>
      </p:pic>
      <p:sp>
        <p:nvSpPr>
          <p:cNvPr id="217" name="Google Shape;217;p27"/>
          <p:cNvSpPr txBox="1"/>
          <p:nvPr/>
        </p:nvSpPr>
        <p:spPr>
          <a:xfrm>
            <a:off x="229875" y="4199575"/>
            <a:ext cx="44250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chemeClr val="dk1"/>
                </a:solidFill>
                <a:latin typeface="Proxima Nova"/>
                <a:ea typeface="Proxima Nova"/>
                <a:cs typeface="Proxima Nova"/>
                <a:sym typeface="Proxima Nova"/>
              </a:rPr>
              <a:t>Executing this in your CSH</a:t>
            </a:r>
            <a:endParaRPr b="1" i="0" sz="1500" u="none" cap="none" strike="noStrike">
              <a:solidFill>
                <a:schemeClr val="dk1"/>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roxima Nova"/>
                <a:ea typeface="Proxima Nova"/>
                <a:cs typeface="Proxima Nova"/>
                <a:sym typeface="Proxima Nova"/>
              </a:rPr>
              <a:t>Basically input output use scanf, printf </a:t>
            </a:r>
            <a:endParaRPr b="0" i="0" sz="1400" u="none" cap="none" strike="noStrike">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External Shell Commands</a:t>
            </a:r>
            <a:endParaRPr/>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t/>
            </a:r>
            <a:endParaRPr/>
          </a:p>
        </p:txBody>
      </p:sp>
      <p:sp>
        <p:nvSpPr>
          <p:cNvPr id="223" name="Google Shape;223;p28"/>
          <p:cNvSpPr txBox="1"/>
          <p:nvPr>
            <p:ph idx="1" type="body"/>
          </p:nvPr>
        </p:nvSpPr>
        <p:spPr>
          <a:xfrm>
            <a:off x="311700" y="9238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External commands are other than built-in commands. These commands are programs which have </a:t>
            </a:r>
            <a:r>
              <a:rPr lang="en" sz="1600">
                <a:highlight>
                  <a:srgbClr val="CFE2F3"/>
                </a:highlight>
              </a:rPr>
              <a:t>their own binary</a:t>
            </a:r>
            <a:r>
              <a:rPr lang="en" sz="1600"/>
              <a:t> and located in the filesystem. These are the commands that your system offer and are totally shell independent.</a:t>
            </a:r>
            <a:endParaRPr sz="1600"/>
          </a:p>
          <a:p>
            <a:pPr indent="-330200" lvl="0" marL="457200" rtl="0" algn="l">
              <a:lnSpc>
                <a:spcPct val="115000"/>
              </a:lnSpc>
              <a:spcBef>
                <a:spcPts val="0"/>
              </a:spcBef>
              <a:spcAft>
                <a:spcPts val="0"/>
              </a:spcAft>
              <a:buSzPts val="1600"/>
              <a:buChar char="●"/>
            </a:pPr>
            <a:r>
              <a:rPr lang="en" sz="1600"/>
              <a:t> When an external command has to be executed,</a:t>
            </a:r>
            <a:r>
              <a:rPr lang="en" sz="1600">
                <a:highlight>
                  <a:srgbClr val="CFE2F3"/>
                </a:highlight>
              </a:rPr>
              <a:t> the shell looks for its path given in the PATH variable, and also a new process has to be spawned and the command gets executed.</a:t>
            </a:r>
            <a:endParaRPr sz="1600">
              <a:highlight>
                <a:srgbClr val="CFE2F3"/>
              </a:highlight>
            </a:endParaRPr>
          </a:p>
          <a:p>
            <a:pPr indent="-330200" lvl="0" marL="457200" rtl="0" algn="l">
              <a:lnSpc>
                <a:spcPct val="115000"/>
              </a:lnSpc>
              <a:spcBef>
                <a:spcPts val="0"/>
              </a:spcBef>
              <a:spcAft>
                <a:spcPts val="0"/>
              </a:spcAft>
              <a:buSzPts val="1600"/>
              <a:buChar char="●"/>
            </a:pPr>
            <a:r>
              <a:rPr lang="en" sz="1600"/>
              <a:t>It checks whether the typed command is an external command. To know whether the typed command is an external command, it uses the PATH variable. The PATH variable contains the location of the directories having external commands' files. The shell checks all directories specified in the PATH variable. If it finds a file matching the typed command in any directory, it copies the file into RAM and executes it from there. If the user executes the same command again, it executes it from RAM. If the shell does not find a file related to the typed command in any directory, it returns the 'command not found' error.</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title"/>
          </p:nvPr>
        </p:nvSpPr>
        <p:spPr>
          <a:xfrm>
            <a:off x="289825" y="1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1.cat </a:t>
            </a:r>
            <a:r>
              <a:rPr lang="en" sz="1800">
                <a:solidFill>
                  <a:schemeClr val="dk2"/>
                </a:solidFill>
              </a:rPr>
              <a:t>(concatenate)</a:t>
            </a:r>
            <a:endParaRPr sz="1800">
              <a:solidFill>
                <a:schemeClr val="dk2"/>
              </a:solidFill>
            </a:endParaRPr>
          </a:p>
        </p:txBody>
      </p:sp>
      <p:sp>
        <p:nvSpPr>
          <p:cNvPr id="229" name="Google Shape;229;p29"/>
          <p:cNvSpPr txBox="1"/>
          <p:nvPr>
            <p:ph idx="1" type="body"/>
          </p:nvPr>
        </p:nvSpPr>
        <p:spPr>
          <a:xfrm>
            <a:off x="311700" y="1152475"/>
            <a:ext cx="8520600" cy="2109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500"/>
              <a:t> It reads data from the file and gives its content as output. It helps us to create, view, and concatenate files.</a:t>
            </a:r>
            <a:endParaRPr sz="1500"/>
          </a:p>
          <a:p>
            <a:pPr indent="-323850" lvl="0" marL="457200" rtl="0" algn="l">
              <a:lnSpc>
                <a:spcPct val="115000"/>
              </a:lnSpc>
              <a:spcBef>
                <a:spcPts val="0"/>
              </a:spcBef>
              <a:spcAft>
                <a:spcPts val="0"/>
              </a:spcAft>
              <a:buSzPts val="1500"/>
              <a:buChar char="●"/>
            </a:pPr>
            <a:r>
              <a:rPr lang="en" sz="1500"/>
              <a:t>cat file_name1 __ __ </a:t>
            </a:r>
            <a:endParaRPr sz="1500"/>
          </a:p>
          <a:p>
            <a:pPr indent="-323850" lvl="0" marL="457200" rtl="0" algn="l">
              <a:lnSpc>
                <a:spcPct val="115000"/>
              </a:lnSpc>
              <a:spcBef>
                <a:spcPts val="0"/>
              </a:spcBef>
              <a:spcAft>
                <a:spcPts val="0"/>
              </a:spcAft>
              <a:buSzPts val="1500"/>
              <a:buChar char="●"/>
            </a:pPr>
            <a:r>
              <a:rPr lang="en" sz="1500"/>
              <a:t>cat -n, cat &gt;, cat -E, cat -A, …</a:t>
            </a:r>
            <a:endParaRPr sz="1500"/>
          </a:p>
          <a:p>
            <a:pPr indent="0" lvl="0" marL="457200" rtl="0" algn="l">
              <a:lnSpc>
                <a:spcPct val="115000"/>
              </a:lnSpc>
              <a:spcBef>
                <a:spcPts val="0"/>
              </a:spcBef>
              <a:spcAft>
                <a:spcPts val="0"/>
              </a:spcAft>
              <a:buSzPts val="1800"/>
              <a:buNone/>
            </a:pPr>
            <a:r>
              <a:t/>
            </a:r>
            <a:endParaRPr sz="1500"/>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230" name="Google Shape;230;p29"/>
          <p:cNvSpPr txBox="1"/>
          <p:nvPr/>
        </p:nvSpPr>
        <p:spPr>
          <a:xfrm>
            <a:off x="2557475" y="533375"/>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cat-gfg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cat-manpage</a:t>
            </a:r>
            <a:endParaRPr b="0" i="0" sz="1400" u="none" cap="none" strike="noStrike">
              <a:solidFill>
                <a:srgbClr val="000000"/>
              </a:solidFill>
              <a:latin typeface="Proxima Nova"/>
              <a:ea typeface="Proxima Nova"/>
              <a:cs typeface="Proxima Nova"/>
              <a:sym typeface="Proxima Nova"/>
            </a:endParaRPr>
          </a:p>
        </p:txBody>
      </p:sp>
      <p:sp>
        <p:nvSpPr>
          <p:cNvPr id="231" name="Google Shape;231;p29"/>
          <p:cNvSpPr txBox="1"/>
          <p:nvPr/>
        </p:nvSpPr>
        <p:spPr>
          <a:xfrm>
            <a:off x="171450" y="2571750"/>
            <a:ext cx="8801100" cy="148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Proxima Nova"/>
                <a:ea typeface="Proxima Nova"/>
                <a:cs typeface="Proxima Nova"/>
                <a:sym typeface="Proxima Nova"/>
              </a:rPr>
              <a:t>Executing this in your CSH</a:t>
            </a:r>
            <a:endParaRPr b="1"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a:t>
            </a:r>
            <a:r>
              <a:rPr b="0" i="0" lang="en" sz="1400" u="none" cap="none" strike="noStrike">
                <a:solidFill>
                  <a:srgbClr val="000000"/>
                </a:solidFill>
                <a:highlight>
                  <a:srgbClr val="CFE2F3"/>
                </a:highlight>
                <a:latin typeface="Proxima Nova"/>
                <a:ea typeface="Proxima Nova"/>
                <a:cs typeface="Proxima Nova"/>
                <a:sym typeface="Proxima Nova"/>
              </a:rPr>
              <a:t>Note: Its code will not be in the same file as of shell script, it will be executed using exec command as taught earlier in the tut. </a:t>
            </a:r>
            <a:endParaRPr b="0" i="0" sz="1400" u="none" cap="none" strike="noStrike">
              <a:solidFill>
                <a:srgbClr val="000000"/>
              </a:solidFill>
              <a:highlight>
                <a:srgbClr val="CFE2F3"/>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CFE2F3"/>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In the code u can use fopen (for opening file), fgetc (reading characters), printf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Proxima Nova"/>
                <a:ea typeface="Proxima Nova"/>
                <a:cs typeface="Proxima Nova"/>
                <a:sym typeface="Proxima Nova"/>
              </a:rPr>
              <a:t>H.W. Try this code</a:t>
            </a:r>
            <a:endParaRPr b="1"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A2C4C9"/>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A2C4C9"/>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pic>
        <p:nvPicPr>
          <p:cNvPr id="232" name="Google Shape;232;p29"/>
          <p:cNvPicPr preferRelativeResize="0"/>
          <p:nvPr/>
        </p:nvPicPr>
        <p:blipFill rotWithShape="1">
          <a:blip r:embed="rId5">
            <a:alphaModFix/>
          </a:blip>
          <a:srcRect b="0" l="0" r="0" t="0"/>
          <a:stretch/>
        </p:blipFill>
        <p:spPr>
          <a:xfrm>
            <a:off x="4796075" y="1562684"/>
            <a:ext cx="3353375" cy="9418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2.mkdir  </a:t>
            </a:r>
            <a:r>
              <a:rPr lang="en" sz="1800">
                <a:solidFill>
                  <a:schemeClr val="dk2"/>
                </a:solidFill>
              </a:rPr>
              <a:t>(make directory)</a:t>
            </a:r>
            <a:endParaRPr sz="1800">
              <a:solidFill>
                <a:schemeClr val="dk2"/>
              </a:solidFill>
            </a:endParaRPr>
          </a:p>
        </p:txBody>
      </p:sp>
      <p:sp>
        <p:nvSpPr>
          <p:cNvPr id="238" name="Google Shape;238;p30"/>
          <p:cNvSpPr txBox="1"/>
          <p:nvPr>
            <p:ph idx="1" type="body"/>
          </p:nvPr>
        </p:nvSpPr>
        <p:spPr>
          <a:xfrm>
            <a:off x="311700" y="1152475"/>
            <a:ext cx="8520600" cy="2109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500"/>
              <a:t>allows the user to create directories (also referred to as folders in some operating systems). This command can create multiple directories at once as well as set the permissions for the directories.</a:t>
            </a:r>
            <a:endParaRPr sz="1500"/>
          </a:p>
          <a:p>
            <a:pPr indent="-323850" lvl="0" marL="457200" rtl="0" algn="l">
              <a:lnSpc>
                <a:spcPct val="115000"/>
              </a:lnSpc>
              <a:spcBef>
                <a:spcPts val="0"/>
              </a:spcBef>
              <a:spcAft>
                <a:spcPts val="0"/>
              </a:spcAft>
              <a:buSzPts val="1500"/>
              <a:buChar char="●"/>
            </a:pPr>
            <a:r>
              <a:rPr lang="en" sz="1500"/>
              <a:t>mkdir --help, mkdir --version, mkdir -v [directories], mkdir -p [directories], </a:t>
            </a:r>
            <a:endParaRPr sz="1500"/>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239" name="Google Shape;239;p30"/>
          <p:cNvSpPr txBox="1"/>
          <p:nvPr/>
        </p:nvSpPr>
        <p:spPr>
          <a:xfrm>
            <a:off x="1719275" y="533375"/>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mkdir-gfg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mkdir-manpage</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5"/>
              </a:rPr>
              <a:t>mkdir(c lib)-manpage</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6"/>
              </a:rPr>
              <a:t>opendir(c lib)-manpage</a:t>
            </a:r>
            <a:endParaRPr b="0" i="0" sz="1400" u="none" cap="none" strike="noStrike">
              <a:solidFill>
                <a:srgbClr val="000000"/>
              </a:solidFill>
              <a:latin typeface="Proxima Nova"/>
              <a:ea typeface="Proxima Nova"/>
              <a:cs typeface="Proxima Nova"/>
              <a:sym typeface="Proxima Nova"/>
            </a:endParaRPr>
          </a:p>
        </p:txBody>
      </p:sp>
      <p:pic>
        <p:nvPicPr>
          <p:cNvPr id="240" name="Google Shape;240;p30"/>
          <p:cNvPicPr preferRelativeResize="0"/>
          <p:nvPr/>
        </p:nvPicPr>
        <p:blipFill rotWithShape="1">
          <a:blip r:embed="rId7">
            <a:alphaModFix/>
          </a:blip>
          <a:srcRect b="0" l="0" r="0" t="0"/>
          <a:stretch/>
        </p:blipFill>
        <p:spPr>
          <a:xfrm>
            <a:off x="76200" y="2356225"/>
            <a:ext cx="4080324" cy="996150"/>
          </a:xfrm>
          <a:prstGeom prst="rect">
            <a:avLst/>
          </a:prstGeom>
          <a:noFill/>
          <a:ln>
            <a:noFill/>
          </a:ln>
        </p:spPr>
      </p:pic>
      <p:pic>
        <p:nvPicPr>
          <p:cNvPr id="241" name="Google Shape;241;p30"/>
          <p:cNvPicPr preferRelativeResize="0"/>
          <p:nvPr/>
        </p:nvPicPr>
        <p:blipFill rotWithShape="1">
          <a:blip r:embed="rId8">
            <a:alphaModFix/>
          </a:blip>
          <a:srcRect b="0" l="0" r="0" t="0"/>
          <a:stretch/>
        </p:blipFill>
        <p:spPr>
          <a:xfrm>
            <a:off x="4305225" y="2280025"/>
            <a:ext cx="4838775" cy="1428750"/>
          </a:xfrm>
          <a:prstGeom prst="rect">
            <a:avLst/>
          </a:prstGeom>
          <a:noFill/>
          <a:ln>
            <a:noFill/>
          </a:ln>
        </p:spPr>
      </p:pic>
      <p:sp>
        <p:nvSpPr>
          <p:cNvPr id="242" name="Google Shape;242;p30"/>
          <p:cNvSpPr txBox="1"/>
          <p:nvPr/>
        </p:nvSpPr>
        <p:spPr>
          <a:xfrm>
            <a:off x="171450" y="3276175"/>
            <a:ext cx="8801100" cy="148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Proxima Nova"/>
                <a:ea typeface="Proxima Nova"/>
                <a:cs typeface="Proxima Nova"/>
                <a:sym typeface="Proxima Nova"/>
              </a:rPr>
              <a:t>Executing this in your CSH</a:t>
            </a:r>
            <a:endParaRPr b="1"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a:t>
            </a:r>
            <a:r>
              <a:rPr b="0" i="0" lang="en" sz="1400" u="none" cap="none" strike="noStrike">
                <a:solidFill>
                  <a:srgbClr val="000000"/>
                </a:solidFill>
                <a:highlight>
                  <a:srgbClr val="CFE2F3"/>
                </a:highlight>
                <a:latin typeface="Proxima Nova"/>
                <a:ea typeface="Proxima Nova"/>
                <a:cs typeface="Proxima Nova"/>
                <a:sym typeface="Proxima Nova"/>
              </a:rPr>
              <a:t>Note: Its code will not be in the same file as of shell script, it will be executed using exec command as taught earlier in the tut. </a:t>
            </a:r>
            <a:endParaRPr b="0" i="0" sz="1400" u="none" cap="none" strike="noStrike">
              <a:solidFill>
                <a:srgbClr val="000000"/>
              </a:solidFill>
              <a:highlight>
                <a:srgbClr val="CFE2F3"/>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CFE2F3"/>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In the code u can use opendir(filename) &amp;&amp; mkdir((filename), mode_t)</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Proxima Nova"/>
                <a:ea typeface="Proxima Nova"/>
                <a:cs typeface="Proxima Nova"/>
                <a:sym typeface="Proxima Nova"/>
              </a:rPr>
              <a:t>H.W. Try this code</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3.mv </a:t>
            </a:r>
            <a:r>
              <a:rPr lang="en" sz="1800">
                <a:solidFill>
                  <a:schemeClr val="dk2"/>
                </a:solidFill>
              </a:rPr>
              <a:t>(move)</a:t>
            </a:r>
            <a:endParaRPr sz="1800">
              <a:solidFill>
                <a:schemeClr val="dk2"/>
              </a:solidFill>
            </a:endParaRPr>
          </a:p>
        </p:txBody>
      </p:sp>
      <p:sp>
        <p:nvSpPr>
          <p:cNvPr id="248" name="Google Shape;248;p31"/>
          <p:cNvSpPr txBox="1"/>
          <p:nvPr>
            <p:ph idx="1" type="body"/>
          </p:nvPr>
        </p:nvSpPr>
        <p:spPr>
          <a:xfrm>
            <a:off x="311700" y="1152475"/>
            <a:ext cx="8520600" cy="2109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500"/>
              <a:t>The mv command moves files and directories from one directory to another or renames a file or directory. If you move a file or directory to a new directory, it retains the base file name. When you move a file, all links to other files remain intact, except when you move it to a different file system. When you move a directory into an existing directory, the directory and its contents are added under the existing directory.</a:t>
            </a:r>
            <a:endParaRPr sz="1500"/>
          </a:p>
          <a:p>
            <a:pPr indent="-323850" lvl="0" marL="457200" rtl="0" algn="l">
              <a:lnSpc>
                <a:spcPct val="115000"/>
              </a:lnSpc>
              <a:spcBef>
                <a:spcPts val="0"/>
              </a:spcBef>
              <a:spcAft>
                <a:spcPts val="0"/>
              </a:spcAft>
              <a:buSzPts val="1500"/>
              <a:buChar char="●"/>
            </a:pPr>
            <a:r>
              <a:rPr lang="en" sz="1500"/>
              <a:t>mv -d, mv - e, mv -n, mv - v</a:t>
            </a:r>
            <a:endParaRPr/>
          </a:p>
          <a:p>
            <a:pPr indent="0" lvl="0" marL="0" rtl="0" algn="l">
              <a:lnSpc>
                <a:spcPct val="115000"/>
              </a:lnSpc>
              <a:spcBef>
                <a:spcPts val="0"/>
              </a:spcBef>
              <a:spcAft>
                <a:spcPts val="0"/>
              </a:spcAft>
              <a:buSzPts val="1800"/>
              <a:buNone/>
            </a:pPr>
            <a:r>
              <a:t/>
            </a:r>
            <a:endParaRPr/>
          </a:p>
        </p:txBody>
      </p:sp>
      <p:sp>
        <p:nvSpPr>
          <p:cNvPr id="249" name="Google Shape;249;p31"/>
          <p:cNvSpPr txBox="1"/>
          <p:nvPr/>
        </p:nvSpPr>
        <p:spPr>
          <a:xfrm>
            <a:off x="2847975" y="504800"/>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mv-gfg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mv-manpage</a:t>
            </a:r>
            <a:r>
              <a:rPr b="0" i="0" lang="en" sz="1400" u="none" cap="none" strike="noStrike">
                <a:solidFill>
                  <a:srgbClr val="000000"/>
                </a:solidFill>
                <a:latin typeface="Proxima Nova"/>
                <a:ea typeface="Proxima Nova"/>
                <a:cs typeface="Proxima Nova"/>
                <a:sym typeface="Proxima Nova"/>
              </a:rPr>
              <a:t>		</a:t>
            </a:r>
            <a:endParaRPr b="0" i="0" sz="1400" u="none" cap="none" strike="noStrike">
              <a:solidFill>
                <a:srgbClr val="000000"/>
              </a:solidFill>
              <a:latin typeface="Proxima Nova"/>
              <a:ea typeface="Proxima Nova"/>
              <a:cs typeface="Proxima Nova"/>
              <a:sym typeface="Proxima Nova"/>
            </a:endParaRPr>
          </a:p>
        </p:txBody>
      </p:sp>
      <p:sp>
        <p:nvSpPr>
          <p:cNvPr id="250" name="Google Shape;250;p31"/>
          <p:cNvSpPr txBox="1"/>
          <p:nvPr/>
        </p:nvSpPr>
        <p:spPr>
          <a:xfrm>
            <a:off x="171325" y="2767000"/>
            <a:ext cx="8972700" cy="148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Proxima Nova"/>
                <a:ea typeface="Proxima Nova"/>
                <a:cs typeface="Proxima Nova"/>
                <a:sym typeface="Proxima Nova"/>
              </a:rPr>
              <a:t>Executing this in your CSH</a:t>
            </a:r>
            <a:endParaRPr b="1"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int main(int argc, char **argv){</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int fd1,fd2;</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int n,count=0;</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   fd1=open(argv[1],O_RDONLY);</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fd2=creat(argv[2],S_IWUSR);</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rename(fd1,fd2);</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Proxima Nova"/>
                <a:ea typeface="Proxima Nova"/>
                <a:cs typeface="Proxima Nova"/>
                <a:sym typeface="Proxima Nova"/>
              </a:rPr>
              <a:t>unlink(argv[1]);</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return (0);</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a:t>
            </a:r>
            <a:endParaRPr b="0" i="0" sz="1400" u="none" cap="none" strike="noStrike">
              <a:solidFill>
                <a:srgbClr val="000000"/>
              </a:solidFill>
              <a:latin typeface="Proxima Nova"/>
              <a:ea typeface="Proxima Nova"/>
              <a:cs typeface="Proxima Nova"/>
              <a:sym typeface="Proxima Nova"/>
            </a:endParaRPr>
          </a:p>
        </p:txBody>
      </p:sp>
      <p:pic>
        <p:nvPicPr>
          <p:cNvPr id="251" name="Google Shape;251;p31"/>
          <p:cNvPicPr preferRelativeResize="0"/>
          <p:nvPr/>
        </p:nvPicPr>
        <p:blipFill rotWithShape="1">
          <a:blip r:embed="rId5">
            <a:alphaModFix/>
          </a:blip>
          <a:srcRect b="0" l="0" r="0" t="0"/>
          <a:stretch/>
        </p:blipFill>
        <p:spPr>
          <a:xfrm>
            <a:off x="3651700" y="3262375"/>
            <a:ext cx="5063675" cy="16043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4.date</a:t>
            </a:r>
            <a:endParaRPr sz="3000"/>
          </a:p>
        </p:txBody>
      </p:sp>
      <p:sp>
        <p:nvSpPr>
          <p:cNvPr id="257" name="Google Shape;257;p32"/>
          <p:cNvSpPr txBox="1"/>
          <p:nvPr>
            <p:ph idx="1" type="body"/>
          </p:nvPr>
        </p:nvSpPr>
        <p:spPr>
          <a:xfrm>
            <a:off x="311700" y="1152475"/>
            <a:ext cx="8520600" cy="2109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500">
                <a:highlight>
                  <a:srgbClr val="FFFFFF"/>
                </a:highlight>
                <a:latin typeface="Arial"/>
                <a:ea typeface="Arial"/>
                <a:cs typeface="Arial"/>
                <a:sym typeface="Arial"/>
              </a:rPr>
              <a:t>The </a:t>
            </a:r>
            <a:r>
              <a:rPr b="1" lang="en" sz="1500">
                <a:highlight>
                  <a:srgbClr val="FFFFFF"/>
                </a:highlight>
                <a:latin typeface="Courier New"/>
                <a:ea typeface="Courier New"/>
                <a:cs typeface="Courier New"/>
                <a:sym typeface="Courier New"/>
              </a:rPr>
              <a:t>date</a:t>
            </a:r>
            <a:r>
              <a:rPr lang="en" sz="1500">
                <a:highlight>
                  <a:srgbClr val="FFFFFF"/>
                </a:highlight>
                <a:latin typeface="Arial"/>
                <a:ea typeface="Arial"/>
                <a:cs typeface="Arial"/>
                <a:sym typeface="Arial"/>
              </a:rPr>
              <a:t> command displays or sets the date and time.</a:t>
            </a:r>
            <a:endParaRPr sz="1500">
              <a:highlight>
                <a:srgbClr val="FFFFFF"/>
              </a:highlight>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lang="en" sz="1500">
                <a:highlight>
                  <a:srgbClr val="FFFFFF"/>
                </a:highlight>
                <a:latin typeface="Arial"/>
                <a:ea typeface="Arial"/>
                <a:cs typeface="Arial"/>
                <a:sym typeface="Arial"/>
              </a:rPr>
              <a:t>The following formats can be used when setting the date with the Date parameter:</a:t>
            </a:r>
            <a:endParaRPr sz="1500">
              <a:highlight>
                <a:srgbClr val="FFFFFF"/>
              </a:highlight>
              <a:latin typeface="Arial"/>
              <a:ea typeface="Arial"/>
              <a:cs typeface="Arial"/>
              <a:sym typeface="Arial"/>
            </a:endParaRPr>
          </a:p>
          <a:p>
            <a:pPr indent="-323850" lvl="1" marL="914400" rtl="0" algn="l">
              <a:lnSpc>
                <a:spcPct val="115000"/>
              </a:lnSpc>
              <a:spcBef>
                <a:spcPts val="0"/>
              </a:spcBef>
              <a:spcAft>
                <a:spcPts val="0"/>
              </a:spcAft>
              <a:buSzPts val="1500"/>
              <a:buFont typeface="Arial"/>
              <a:buChar char="○"/>
            </a:pPr>
            <a:r>
              <a:rPr lang="en" sz="1500">
                <a:highlight>
                  <a:srgbClr val="FFFFFF"/>
                </a:highlight>
                <a:latin typeface="Arial"/>
                <a:ea typeface="Arial"/>
                <a:cs typeface="Arial"/>
                <a:sym typeface="Arial"/>
              </a:rPr>
              <a:t>mmddHHMM[YYyy] (default)</a:t>
            </a:r>
            <a:endParaRPr sz="1500">
              <a:highlight>
                <a:srgbClr val="FFFFFF"/>
              </a:highlight>
              <a:latin typeface="Arial"/>
              <a:ea typeface="Arial"/>
              <a:cs typeface="Arial"/>
              <a:sym typeface="Arial"/>
            </a:endParaRPr>
          </a:p>
          <a:p>
            <a:pPr indent="-323850" lvl="1" marL="914400" rtl="0" algn="l">
              <a:lnSpc>
                <a:spcPct val="115000"/>
              </a:lnSpc>
              <a:spcBef>
                <a:spcPts val="0"/>
              </a:spcBef>
              <a:spcAft>
                <a:spcPts val="0"/>
              </a:spcAft>
              <a:buSzPts val="1500"/>
              <a:buFont typeface="Arial"/>
              <a:buChar char="○"/>
            </a:pPr>
            <a:r>
              <a:rPr lang="en" sz="1500">
                <a:highlight>
                  <a:srgbClr val="FFFFFF"/>
                </a:highlight>
                <a:latin typeface="Arial"/>
                <a:ea typeface="Arial"/>
                <a:cs typeface="Arial"/>
                <a:sym typeface="Arial"/>
              </a:rPr>
              <a:t>mmddHHMM[yy]</a:t>
            </a:r>
            <a:endParaRPr sz="1500">
              <a:highlight>
                <a:srgbClr val="FFFFFF"/>
              </a:highlight>
              <a:latin typeface="Arial"/>
              <a:ea typeface="Arial"/>
              <a:cs typeface="Arial"/>
              <a:sym typeface="Arial"/>
            </a:endParaRPr>
          </a:p>
          <a:p>
            <a:pPr indent="-323850" lvl="0" marL="457200" rtl="0" algn="l">
              <a:lnSpc>
                <a:spcPct val="115000"/>
              </a:lnSpc>
              <a:spcBef>
                <a:spcPts val="0"/>
              </a:spcBef>
              <a:spcAft>
                <a:spcPts val="0"/>
              </a:spcAft>
              <a:buSzPts val="1500"/>
              <a:buFont typeface="Arial"/>
              <a:buChar char="●"/>
            </a:pPr>
            <a:r>
              <a:rPr lang="en" sz="1500">
                <a:highlight>
                  <a:srgbClr val="FFFFFF"/>
                </a:highlight>
                <a:latin typeface="Arial"/>
                <a:ea typeface="Arial"/>
                <a:cs typeface="Arial"/>
                <a:sym typeface="Arial"/>
              </a:rPr>
              <a:t>date -u, date -s, date -R</a:t>
            </a:r>
            <a:endParaRPr sz="1500">
              <a:highlight>
                <a:srgbClr val="FFFFFF"/>
              </a:highlight>
              <a:latin typeface="Arial"/>
              <a:ea typeface="Arial"/>
              <a:cs typeface="Arial"/>
              <a:sym typeface="Arial"/>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sp>
        <p:nvSpPr>
          <p:cNvPr id="258" name="Google Shape;258;p32"/>
          <p:cNvSpPr txBox="1"/>
          <p:nvPr/>
        </p:nvSpPr>
        <p:spPr>
          <a:xfrm>
            <a:off x="2705125" y="486975"/>
            <a:ext cx="8520600" cy="2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Proxima Nova"/>
                <a:ea typeface="Proxima Nova"/>
                <a:cs typeface="Proxima Nova"/>
                <a:sym typeface="Proxima Nova"/>
                <a:hlinkClick r:id="rId3"/>
              </a:rPr>
              <a:t>date-gfg</a:t>
            </a:r>
            <a:r>
              <a:rPr b="0" i="0" lang="en" sz="1400" u="none" cap="none" strike="noStrike">
                <a:solidFill>
                  <a:srgbClr val="000000"/>
                </a:solidFill>
                <a:latin typeface="Proxima Nova"/>
                <a:ea typeface="Proxima Nova"/>
                <a:cs typeface="Proxima Nova"/>
                <a:sym typeface="Proxima Nova"/>
              </a:rPr>
              <a:t>		</a:t>
            </a:r>
            <a:r>
              <a:rPr b="0" i="0" lang="en" sz="1400" u="sng" cap="none" strike="noStrike">
                <a:solidFill>
                  <a:schemeClr val="hlink"/>
                </a:solidFill>
                <a:latin typeface="Proxima Nova"/>
                <a:ea typeface="Proxima Nova"/>
                <a:cs typeface="Proxima Nova"/>
                <a:sym typeface="Proxima Nova"/>
                <a:hlinkClick r:id="rId4"/>
              </a:rPr>
              <a:t>date-manpage</a:t>
            </a:r>
            <a:endParaRPr b="0" i="0" sz="1400" u="none" cap="none" strike="noStrike">
              <a:solidFill>
                <a:srgbClr val="000000"/>
              </a:solidFill>
              <a:latin typeface="Proxima Nova"/>
              <a:ea typeface="Proxima Nova"/>
              <a:cs typeface="Proxima Nova"/>
              <a:sym typeface="Proxima Nova"/>
            </a:endParaRPr>
          </a:p>
        </p:txBody>
      </p:sp>
      <p:sp>
        <p:nvSpPr>
          <p:cNvPr id="259" name="Google Shape;259;p32"/>
          <p:cNvSpPr txBox="1"/>
          <p:nvPr/>
        </p:nvSpPr>
        <p:spPr>
          <a:xfrm>
            <a:off x="171450" y="3276175"/>
            <a:ext cx="8801100" cy="148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Proxima Nova"/>
                <a:ea typeface="Proxima Nova"/>
                <a:cs typeface="Proxima Nova"/>
                <a:sym typeface="Proxima Nova"/>
              </a:rPr>
              <a:t>Executing this in your CSH</a:t>
            </a:r>
            <a:endParaRPr b="1"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  </a:t>
            </a:r>
            <a:r>
              <a:rPr b="0" i="0" lang="en" sz="1400" u="none" cap="none" strike="noStrike">
                <a:solidFill>
                  <a:srgbClr val="000000"/>
                </a:solidFill>
                <a:highlight>
                  <a:srgbClr val="CFE2F3"/>
                </a:highlight>
                <a:latin typeface="Proxima Nova"/>
                <a:ea typeface="Proxima Nova"/>
                <a:cs typeface="Proxima Nova"/>
                <a:sym typeface="Proxima Nova"/>
              </a:rPr>
              <a:t>Note: Its code will not be in the same file as of shell script, it will be executed using exec command as taught earlier in the tut. </a:t>
            </a:r>
            <a:endParaRPr b="0" i="0" sz="1400" u="none" cap="none" strike="noStrike">
              <a:solidFill>
                <a:srgbClr val="000000"/>
              </a:solidFill>
              <a:highlight>
                <a:srgbClr val="CFE2F3"/>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CFE2F3"/>
              </a:highlight>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In the code u can use getdate() &amp; setdate()</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Proxima Nova"/>
                <a:ea typeface="Proxima Nova"/>
                <a:cs typeface="Proxima Nova"/>
                <a:sym typeface="Proxima Nova"/>
              </a:rPr>
              <a:t>H.W. Try this code</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pic>
        <p:nvPicPr>
          <p:cNvPr id="260" name="Google Shape;260;p32"/>
          <p:cNvPicPr preferRelativeResize="0"/>
          <p:nvPr/>
        </p:nvPicPr>
        <p:blipFill rotWithShape="1">
          <a:blip r:embed="rId5">
            <a:alphaModFix/>
          </a:blip>
          <a:srcRect b="0" l="0" r="18018" t="0"/>
          <a:stretch/>
        </p:blipFill>
        <p:spPr>
          <a:xfrm>
            <a:off x="2981325" y="2143125"/>
            <a:ext cx="5996000" cy="1290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289825" y="1694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Knowing the type of a command</a:t>
            </a:r>
            <a:endParaRPr/>
          </a:p>
          <a:p>
            <a:pPr indent="0" lvl="0"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SzPts val="2800"/>
              <a:buNone/>
            </a:pPr>
            <a:r>
              <a:t/>
            </a:r>
            <a:endParaRPr/>
          </a:p>
        </p:txBody>
      </p:sp>
      <p:sp>
        <p:nvSpPr>
          <p:cNvPr id="266" name="Google Shape;266;p33"/>
          <p:cNvSpPr txBox="1"/>
          <p:nvPr>
            <p:ph idx="1" type="body"/>
          </p:nvPr>
        </p:nvSpPr>
        <p:spPr>
          <a:xfrm>
            <a:off x="311700" y="9238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500">
                <a:solidFill>
                  <a:srgbClr val="212529"/>
                </a:solidFill>
                <a:highlight>
                  <a:srgbClr val="FFFFFF"/>
                </a:highlight>
                <a:latin typeface="Arial"/>
                <a:ea typeface="Arial"/>
                <a:cs typeface="Arial"/>
                <a:sym typeface="Arial"/>
              </a:rPr>
              <a:t>To know whether a command is an internal command or an external command, you can use the </a:t>
            </a:r>
            <a:r>
              <a:rPr b="1" lang="en" sz="1500">
                <a:solidFill>
                  <a:srgbClr val="42444E"/>
                </a:solidFill>
                <a:highlight>
                  <a:srgbClr val="FFFFFF"/>
                </a:highlight>
                <a:latin typeface="Arial"/>
                <a:ea typeface="Arial"/>
                <a:cs typeface="Arial"/>
                <a:sym typeface="Arial"/>
              </a:rPr>
              <a:t>type</a:t>
            </a:r>
            <a:r>
              <a:rPr lang="en" sz="1500">
                <a:solidFill>
                  <a:srgbClr val="212529"/>
                </a:solidFill>
                <a:highlight>
                  <a:srgbClr val="FFFFFF"/>
                </a:highlight>
                <a:latin typeface="Arial"/>
                <a:ea typeface="Arial"/>
                <a:cs typeface="Arial"/>
                <a:sym typeface="Arial"/>
              </a:rPr>
              <a:t> and </a:t>
            </a:r>
            <a:r>
              <a:rPr b="1" lang="en" sz="1500">
                <a:solidFill>
                  <a:srgbClr val="42444E"/>
                </a:solidFill>
                <a:highlight>
                  <a:srgbClr val="FFFFFF"/>
                </a:highlight>
                <a:latin typeface="Arial"/>
                <a:ea typeface="Arial"/>
                <a:cs typeface="Arial"/>
                <a:sym typeface="Arial"/>
              </a:rPr>
              <a:t>which</a:t>
            </a:r>
            <a:r>
              <a:rPr lang="en" sz="1500">
                <a:solidFill>
                  <a:srgbClr val="212529"/>
                </a:solidFill>
                <a:highlight>
                  <a:srgbClr val="FFFFFF"/>
                </a:highlight>
                <a:latin typeface="Arial"/>
                <a:ea typeface="Arial"/>
                <a:cs typeface="Arial"/>
                <a:sym typeface="Arial"/>
              </a:rPr>
              <a:t> commands. The </a:t>
            </a:r>
            <a:r>
              <a:rPr b="1" lang="en" sz="1500">
                <a:solidFill>
                  <a:srgbClr val="42444E"/>
                </a:solidFill>
                <a:highlight>
                  <a:srgbClr val="FFFFFF"/>
                </a:highlight>
                <a:latin typeface="Arial"/>
                <a:ea typeface="Arial"/>
                <a:cs typeface="Arial"/>
                <a:sym typeface="Arial"/>
              </a:rPr>
              <a:t>which</a:t>
            </a:r>
            <a:r>
              <a:rPr lang="en" sz="1500">
                <a:solidFill>
                  <a:srgbClr val="212529"/>
                </a:solidFill>
                <a:highlight>
                  <a:srgbClr val="FFFFFF"/>
                </a:highlight>
                <a:latin typeface="Arial"/>
                <a:ea typeface="Arial"/>
                <a:cs typeface="Arial"/>
                <a:sym typeface="Arial"/>
              </a:rPr>
              <a:t> command displays the location from where the shell executes the command. The </a:t>
            </a:r>
            <a:r>
              <a:rPr b="1" lang="en" sz="1500">
                <a:solidFill>
                  <a:srgbClr val="42444E"/>
                </a:solidFill>
                <a:highlight>
                  <a:srgbClr val="FFFFFF"/>
                </a:highlight>
                <a:latin typeface="Arial"/>
                <a:ea typeface="Arial"/>
                <a:cs typeface="Arial"/>
                <a:sym typeface="Arial"/>
              </a:rPr>
              <a:t>type</a:t>
            </a:r>
            <a:r>
              <a:rPr lang="en" sz="1500">
                <a:solidFill>
                  <a:srgbClr val="212529"/>
                </a:solidFill>
                <a:highlight>
                  <a:srgbClr val="FFFFFF"/>
                </a:highlight>
                <a:latin typeface="Arial"/>
                <a:ea typeface="Arial"/>
                <a:cs typeface="Arial"/>
                <a:sym typeface="Arial"/>
              </a:rPr>
              <a:t> command displays the type of the command.</a:t>
            </a:r>
            <a:endParaRPr sz="1500">
              <a:solidFill>
                <a:srgbClr val="212529"/>
              </a:solidFill>
              <a:highlight>
                <a:srgbClr val="FFFFFF"/>
              </a:highlight>
              <a:latin typeface="Arial"/>
              <a:ea typeface="Arial"/>
              <a:cs typeface="Arial"/>
              <a:sym typeface="Arial"/>
            </a:endParaRPr>
          </a:p>
          <a:p>
            <a:pPr indent="-323850" lvl="0" marL="457200" rtl="0" algn="l">
              <a:lnSpc>
                <a:spcPct val="115000"/>
              </a:lnSpc>
              <a:spcBef>
                <a:spcPts val="0"/>
              </a:spcBef>
              <a:spcAft>
                <a:spcPts val="0"/>
              </a:spcAft>
              <a:buClr>
                <a:srgbClr val="212529"/>
              </a:buClr>
              <a:buSzPts val="1500"/>
              <a:buFont typeface="Arial"/>
              <a:buChar char="●"/>
            </a:pPr>
            <a:r>
              <a:rPr lang="en" sz="1500">
                <a:solidFill>
                  <a:srgbClr val="212529"/>
                </a:solidFill>
                <a:highlight>
                  <a:srgbClr val="FFFFFF"/>
                </a:highlight>
                <a:latin typeface="Arial"/>
                <a:ea typeface="Arial"/>
                <a:cs typeface="Arial"/>
                <a:sym typeface="Arial"/>
              </a:rPr>
              <a:t>Use the which command to print the location from where the shell executes</a:t>
            </a:r>
            <a:endParaRPr sz="1500">
              <a:solidFill>
                <a:srgbClr val="212529"/>
              </a:solidFill>
              <a:highlight>
                <a:srgbClr val="FFFFFF"/>
              </a:highlight>
              <a:latin typeface="Arial"/>
              <a:ea typeface="Arial"/>
              <a:cs typeface="Arial"/>
              <a:sym typeface="Arial"/>
            </a:endParaRPr>
          </a:p>
          <a:p>
            <a:pPr indent="-323850" lvl="0" marL="457200" rtl="0" algn="l">
              <a:lnSpc>
                <a:spcPct val="115000"/>
              </a:lnSpc>
              <a:spcBef>
                <a:spcPts val="0"/>
              </a:spcBef>
              <a:spcAft>
                <a:spcPts val="0"/>
              </a:spcAft>
              <a:buClr>
                <a:srgbClr val="212529"/>
              </a:buClr>
              <a:buSzPts val="1500"/>
              <a:buFont typeface="Arial"/>
              <a:buChar char="●"/>
            </a:pPr>
            <a:r>
              <a:rPr lang="en" sz="1500">
                <a:solidFill>
                  <a:srgbClr val="212529"/>
                </a:solidFill>
                <a:highlight>
                  <a:srgbClr val="FFFFFF"/>
                </a:highlight>
                <a:latin typeface="Arial"/>
                <a:ea typeface="Arial"/>
                <a:cs typeface="Arial"/>
                <a:sym typeface="Arial"/>
              </a:rPr>
              <a:t>use the type command to display the type of the same commands</a:t>
            </a:r>
            <a:endParaRPr sz="1500">
              <a:solidFill>
                <a:srgbClr val="212529"/>
              </a:solidFill>
              <a:highlight>
                <a:srgbClr val="FFFFFF"/>
              </a:highlight>
              <a:latin typeface="Arial"/>
              <a:ea typeface="Arial"/>
              <a:cs typeface="Arial"/>
              <a:sym typeface="Arial"/>
            </a:endParaRPr>
          </a:p>
        </p:txBody>
      </p:sp>
      <p:pic>
        <p:nvPicPr>
          <p:cNvPr id="267" name="Google Shape;267;p33"/>
          <p:cNvPicPr preferRelativeResize="0"/>
          <p:nvPr/>
        </p:nvPicPr>
        <p:blipFill rotWithShape="1">
          <a:blip r:embed="rId3">
            <a:alphaModFix/>
          </a:blip>
          <a:srcRect b="0" l="0" r="0" t="0"/>
          <a:stretch/>
        </p:blipFill>
        <p:spPr>
          <a:xfrm>
            <a:off x="1192475" y="2304000"/>
            <a:ext cx="5098300" cy="276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type="title"/>
          </p:nvPr>
        </p:nvSpPr>
        <p:spPr>
          <a:xfrm>
            <a:off x="311700" y="2036250"/>
            <a:ext cx="85206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IIT-Delh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